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6" r:id="rId1"/>
  </p:sldMasterIdLst>
  <p:notesMasterIdLst>
    <p:notesMasterId r:id="rId16"/>
  </p:notesMasterIdLst>
  <p:sldIdLst>
    <p:sldId id="256" r:id="rId2"/>
    <p:sldId id="257" r:id="rId3"/>
    <p:sldId id="260" r:id="rId4"/>
    <p:sldId id="261" r:id="rId5"/>
    <p:sldId id="263" r:id="rId6"/>
    <p:sldId id="264" r:id="rId7"/>
    <p:sldId id="311" r:id="rId8"/>
    <p:sldId id="312" r:id="rId9"/>
    <p:sldId id="313" r:id="rId10"/>
    <p:sldId id="265" r:id="rId11"/>
    <p:sldId id="315" r:id="rId12"/>
    <p:sldId id="314" r:id="rId13"/>
    <p:sldId id="316" r:id="rId14"/>
    <p:sldId id="317" r:id="rId15"/>
  </p:sldIdLst>
  <p:sldSz cx="9144000" cy="5143500" type="screen16x9"/>
  <p:notesSz cx="6858000" cy="9144000"/>
  <p:embeddedFontLst>
    <p:embeddedFont>
      <p:font typeface="IBM Plex Sans" panose="020B0503050203000203" pitchFamily="34" charset="0"/>
      <p:regular r:id="rId17"/>
      <p:bold r:id="rId18"/>
      <p:italic r:id="rId19"/>
      <p:boldItalic r:id="rId20"/>
    </p:embeddedFont>
    <p:embeddedFont>
      <p:font typeface="Orbitron" panose="020B0604020202020204" charset="0"/>
      <p:regular r:id="rId21"/>
      <p:bold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E5713FE-8F4A-41F1-B2AD-BBE77E356BF2}">
  <a:tblStyle styleId="{0E5713FE-8F4A-41F1-B2AD-BBE77E356BF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89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8b14e476f5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8b14e476f5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8b180810af_0_1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8b180810af_0_1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9228cf35ca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9228cf35ca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8c069b999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0" name="Google Shape;450;g8c069b999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8c069b9997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8c069b9997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>
          <a:extLst>
            <a:ext uri="{FF2B5EF4-FFF2-40B4-BE49-F238E27FC236}">
              <a16:creationId xmlns:a16="http://schemas.microsoft.com/office/drawing/2014/main" id="{942C8E19-22E6-4248-7A46-B16BD4EFD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8b180810af_0_173:notes">
            <a:extLst>
              <a:ext uri="{FF2B5EF4-FFF2-40B4-BE49-F238E27FC236}">
                <a16:creationId xmlns:a16="http://schemas.microsoft.com/office/drawing/2014/main" id="{74B678B2-8044-F065-5DC0-5DDD5E963D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8b180810af_0_173:notes">
            <a:extLst>
              <a:ext uri="{FF2B5EF4-FFF2-40B4-BE49-F238E27FC236}">
                <a16:creationId xmlns:a16="http://schemas.microsoft.com/office/drawing/2014/main" id="{A0407D2A-4463-027F-07BF-8DCC6B07CA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824209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>
          <a:extLst>
            <a:ext uri="{FF2B5EF4-FFF2-40B4-BE49-F238E27FC236}">
              <a16:creationId xmlns:a16="http://schemas.microsoft.com/office/drawing/2014/main" id="{8C15C602-7719-8ACA-DD6E-207798CAA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8b180810af_0_173:notes">
            <a:extLst>
              <a:ext uri="{FF2B5EF4-FFF2-40B4-BE49-F238E27FC236}">
                <a16:creationId xmlns:a16="http://schemas.microsoft.com/office/drawing/2014/main" id="{5D5A8CE6-7CE7-8EE5-9F84-084821569D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8b180810af_0_173:notes">
            <a:extLst>
              <a:ext uri="{FF2B5EF4-FFF2-40B4-BE49-F238E27FC236}">
                <a16:creationId xmlns:a16="http://schemas.microsoft.com/office/drawing/2014/main" id="{9F0011D7-54F2-A15D-2278-BCE32C8F89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360683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>
          <a:extLst>
            <a:ext uri="{FF2B5EF4-FFF2-40B4-BE49-F238E27FC236}">
              <a16:creationId xmlns:a16="http://schemas.microsoft.com/office/drawing/2014/main" id="{5C2FE738-51E8-91EE-771F-C6A742B14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8b180810af_0_173:notes">
            <a:extLst>
              <a:ext uri="{FF2B5EF4-FFF2-40B4-BE49-F238E27FC236}">
                <a16:creationId xmlns:a16="http://schemas.microsoft.com/office/drawing/2014/main" id="{51753FA0-962B-140F-E0CA-586859CBA6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8b180810af_0_173:notes">
            <a:extLst>
              <a:ext uri="{FF2B5EF4-FFF2-40B4-BE49-F238E27FC236}">
                <a16:creationId xmlns:a16="http://schemas.microsoft.com/office/drawing/2014/main" id="{0573F5E2-D1C6-678A-A590-C551CD136E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871719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9228cf35ca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9228cf35ca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3">
          <a:extLst>
            <a:ext uri="{FF2B5EF4-FFF2-40B4-BE49-F238E27FC236}">
              <a16:creationId xmlns:a16="http://schemas.microsoft.com/office/drawing/2014/main" id="{EC5DF9F9-5C2F-882C-B01D-432C8806C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9228cf35ca_0_14:notes">
            <a:extLst>
              <a:ext uri="{FF2B5EF4-FFF2-40B4-BE49-F238E27FC236}">
                <a16:creationId xmlns:a16="http://schemas.microsoft.com/office/drawing/2014/main" id="{7145C3B7-EE20-543C-E07D-25198A28F4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9228cf35ca_0_14:notes">
            <a:extLst>
              <a:ext uri="{FF2B5EF4-FFF2-40B4-BE49-F238E27FC236}">
                <a16:creationId xmlns:a16="http://schemas.microsoft.com/office/drawing/2014/main" id="{1154825E-B35F-E58F-7860-3D6FA98A69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52314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>
          <a:extLst>
            <a:ext uri="{FF2B5EF4-FFF2-40B4-BE49-F238E27FC236}">
              <a16:creationId xmlns:a16="http://schemas.microsoft.com/office/drawing/2014/main" id="{5E2D0790-4928-87E4-F654-CC8DE5A1F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8b180810af_0_173:notes">
            <a:extLst>
              <a:ext uri="{FF2B5EF4-FFF2-40B4-BE49-F238E27FC236}">
                <a16:creationId xmlns:a16="http://schemas.microsoft.com/office/drawing/2014/main" id="{8ECF264E-4EF5-75CB-D07D-22A6FDA8FC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8b180810af_0_173:notes">
            <a:extLst>
              <a:ext uri="{FF2B5EF4-FFF2-40B4-BE49-F238E27FC236}">
                <a16:creationId xmlns:a16="http://schemas.microsoft.com/office/drawing/2014/main" id="{CF7CB400-CE61-592B-5212-F540F9FBEE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196633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>
          <a:extLst>
            <a:ext uri="{FF2B5EF4-FFF2-40B4-BE49-F238E27FC236}">
              <a16:creationId xmlns:a16="http://schemas.microsoft.com/office/drawing/2014/main" id="{4874A29F-09D4-43FA-D0BE-82DC07F04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8b180810af_0_173:notes">
            <a:extLst>
              <a:ext uri="{FF2B5EF4-FFF2-40B4-BE49-F238E27FC236}">
                <a16:creationId xmlns:a16="http://schemas.microsoft.com/office/drawing/2014/main" id="{526AA2B4-E73B-82FF-AA9F-5614313D55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8b180810af_0_173:notes">
            <a:extLst>
              <a:ext uri="{FF2B5EF4-FFF2-40B4-BE49-F238E27FC236}">
                <a16:creationId xmlns:a16="http://schemas.microsoft.com/office/drawing/2014/main" id="{04AC338D-D86C-6B16-C9F7-F287FBB19C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784523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>
          <a:extLst>
            <a:ext uri="{FF2B5EF4-FFF2-40B4-BE49-F238E27FC236}">
              <a16:creationId xmlns:a16="http://schemas.microsoft.com/office/drawing/2014/main" id="{1DFCD031-6E7B-C2CA-A843-68EF6DFF4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:notes">
            <a:extLst>
              <a:ext uri="{FF2B5EF4-FFF2-40B4-BE49-F238E27FC236}">
                <a16:creationId xmlns:a16="http://schemas.microsoft.com/office/drawing/2014/main" id="{AB95820B-6803-3B1A-D2DB-7D9657E5D8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p:notes">
            <a:extLst>
              <a:ext uri="{FF2B5EF4-FFF2-40B4-BE49-F238E27FC236}">
                <a16:creationId xmlns:a16="http://schemas.microsoft.com/office/drawing/2014/main" id="{0A719E07-D420-D1D3-C566-62C28CB4CE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45514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0" y="755185"/>
            <a:ext cx="9144087" cy="2074060"/>
          </a:xfrm>
          <a:custGeom>
            <a:avLst/>
            <a:gdLst/>
            <a:ahLst/>
            <a:cxnLst/>
            <a:rect l="l" t="t" r="r" b="b"/>
            <a:pathLst>
              <a:path w="79583" h="18051" extrusionOk="0">
                <a:moveTo>
                  <a:pt x="22146" y="0"/>
                </a:moveTo>
                <a:lnTo>
                  <a:pt x="21646" y="524"/>
                </a:lnTo>
                <a:lnTo>
                  <a:pt x="21646" y="1858"/>
                </a:lnTo>
                <a:lnTo>
                  <a:pt x="20825" y="1858"/>
                </a:lnTo>
                <a:lnTo>
                  <a:pt x="20825" y="2203"/>
                </a:lnTo>
                <a:lnTo>
                  <a:pt x="20444" y="2203"/>
                </a:lnTo>
                <a:lnTo>
                  <a:pt x="20444" y="14478"/>
                </a:lnTo>
                <a:lnTo>
                  <a:pt x="18503" y="14478"/>
                </a:lnTo>
                <a:lnTo>
                  <a:pt x="18503" y="11490"/>
                </a:lnTo>
                <a:lnTo>
                  <a:pt x="18217" y="11490"/>
                </a:lnTo>
                <a:lnTo>
                  <a:pt x="18217" y="6204"/>
                </a:lnTo>
                <a:lnTo>
                  <a:pt x="17848" y="6204"/>
                </a:lnTo>
                <a:lnTo>
                  <a:pt x="17848" y="5930"/>
                </a:lnTo>
                <a:lnTo>
                  <a:pt x="17074" y="5930"/>
                </a:lnTo>
                <a:lnTo>
                  <a:pt x="17074" y="4822"/>
                </a:lnTo>
                <a:lnTo>
                  <a:pt x="16610" y="4822"/>
                </a:lnTo>
                <a:lnTo>
                  <a:pt x="16610" y="4203"/>
                </a:lnTo>
                <a:lnTo>
                  <a:pt x="16277" y="3953"/>
                </a:lnTo>
                <a:lnTo>
                  <a:pt x="15919" y="4203"/>
                </a:lnTo>
                <a:lnTo>
                  <a:pt x="15919" y="4965"/>
                </a:lnTo>
                <a:lnTo>
                  <a:pt x="15515" y="4965"/>
                </a:lnTo>
                <a:lnTo>
                  <a:pt x="15515" y="5965"/>
                </a:lnTo>
                <a:lnTo>
                  <a:pt x="14967" y="5965"/>
                </a:lnTo>
                <a:lnTo>
                  <a:pt x="14967" y="15014"/>
                </a:lnTo>
                <a:lnTo>
                  <a:pt x="14622" y="15014"/>
                </a:lnTo>
                <a:lnTo>
                  <a:pt x="14622" y="11740"/>
                </a:lnTo>
                <a:lnTo>
                  <a:pt x="14693" y="11740"/>
                </a:lnTo>
                <a:lnTo>
                  <a:pt x="14693" y="11514"/>
                </a:lnTo>
                <a:lnTo>
                  <a:pt x="14372" y="11514"/>
                </a:lnTo>
                <a:lnTo>
                  <a:pt x="14372" y="10895"/>
                </a:lnTo>
                <a:lnTo>
                  <a:pt x="13360" y="10895"/>
                </a:lnTo>
                <a:lnTo>
                  <a:pt x="13360" y="11514"/>
                </a:lnTo>
                <a:lnTo>
                  <a:pt x="12788" y="11514"/>
                </a:lnTo>
                <a:lnTo>
                  <a:pt x="12788" y="10847"/>
                </a:lnTo>
                <a:cubicBezTo>
                  <a:pt x="12788" y="10847"/>
                  <a:pt x="12740" y="10537"/>
                  <a:pt x="12383" y="10537"/>
                </a:cubicBezTo>
                <a:cubicBezTo>
                  <a:pt x="12050" y="10537"/>
                  <a:pt x="12002" y="10740"/>
                  <a:pt x="12002" y="10740"/>
                </a:cubicBezTo>
                <a:cubicBezTo>
                  <a:pt x="12002" y="10740"/>
                  <a:pt x="11931" y="10549"/>
                  <a:pt x="11586" y="10549"/>
                </a:cubicBezTo>
                <a:cubicBezTo>
                  <a:pt x="11276" y="10549"/>
                  <a:pt x="11240" y="10847"/>
                  <a:pt x="11240" y="10847"/>
                </a:cubicBezTo>
                <a:lnTo>
                  <a:pt x="11240" y="11514"/>
                </a:lnTo>
                <a:lnTo>
                  <a:pt x="11014" y="11514"/>
                </a:lnTo>
                <a:lnTo>
                  <a:pt x="11014" y="11704"/>
                </a:lnTo>
                <a:lnTo>
                  <a:pt x="11133" y="11704"/>
                </a:lnTo>
                <a:lnTo>
                  <a:pt x="11133" y="16455"/>
                </a:lnTo>
                <a:lnTo>
                  <a:pt x="10740" y="16455"/>
                </a:lnTo>
                <a:lnTo>
                  <a:pt x="10740" y="11704"/>
                </a:lnTo>
                <a:lnTo>
                  <a:pt x="10859" y="11704"/>
                </a:lnTo>
                <a:lnTo>
                  <a:pt x="10859" y="11514"/>
                </a:lnTo>
                <a:lnTo>
                  <a:pt x="10538" y="11514"/>
                </a:lnTo>
                <a:lnTo>
                  <a:pt x="10538" y="10859"/>
                </a:lnTo>
                <a:lnTo>
                  <a:pt x="9562" y="10859"/>
                </a:lnTo>
                <a:lnTo>
                  <a:pt x="9562" y="11442"/>
                </a:lnTo>
                <a:lnTo>
                  <a:pt x="8954" y="11442"/>
                </a:lnTo>
                <a:lnTo>
                  <a:pt x="8954" y="10776"/>
                </a:lnTo>
                <a:cubicBezTo>
                  <a:pt x="8954" y="10776"/>
                  <a:pt x="8883" y="10561"/>
                  <a:pt x="8585" y="10561"/>
                </a:cubicBezTo>
                <a:cubicBezTo>
                  <a:pt x="8299" y="10561"/>
                  <a:pt x="8204" y="10776"/>
                  <a:pt x="8204" y="10776"/>
                </a:cubicBezTo>
                <a:cubicBezTo>
                  <a:pt x="8204" y="10776"/>
                  <a:pt x="8145" y="10549"/>
                  <a:pt x="7835" y="10549"/>
                </a:cubicBezTo>
                <a:cubicBezTo>
                  <a:pt x="7597" y="10549"/>
                  <a:pt x="7478" y="10752"/>
                  <a:pt x="7478" y="10752"/>
                </a:cubicBezTo>
                <a:lnTo>
                  <a:pt x="7478" y="11514"/>
                </a:lnTo>
                <a:lnTo>
                  <a:pt x="7311" y="11514"/>
                </a:lnTo>
                <a:lnTo>
                  <a:pt x="7311" y="14538"/>
                </a:lnTo>
                <a:lnTo>
                  <a:pt x="7025" y="14538"/>
                </a:lnTo>
                <a:lnTo>
                  <a:pt x="7025" y="5489"/>
                </a:lnTo>
                <a:lnTo>
                  <a:pt x="7133" y="5489"/>
                </a:lnTo>
                <a:lnTo>
                  <a:pt x="7133" y="5203"/>
                </a:lnTo>
                <a:lnTo>
                  <a:pt x="6692" y="5203"/>
                </a:lnTo>
                <a:lnTo>
                  <a:pt x="6692" y="4168"/>
                </a:lnTo>
                <a:lnTo>
                  <a:pt x="5144" y="4168"/>
                </a:lnTo>
                <a:lnTo>
                  <a:pt x="5144" y="5203"/>
                </a:lnTo>
                <a:lnTo>
                  <a:pt x="3573" y="5203"/>
                </a:lnTo>
                <a:lnTo>
                  <a:pt x="3573" y="14550"/>
                </a:lnTo>
                <a:lnTo>
                  <a:pt x="2906" y="14550"/>
                </a:lnTo>
                <a:lnTo>
                  <a:pt x="2906" y="9883"/>
                </a:lnTo>
                <a:lnTo>
                  <a:pt x="3013" y="9883"/>
                </a:lnTo>
                <a:lnTo>
                  <a:pt x="3013" y="9668"/>
                </a:lnTo>
                <a:lnTo>
                  <a:pt x="2644" y="9668"/>
                </a:lnTo>
                <a:lnTo>
                  <a:pt x="2644" y="8894"/>
                </a:lnTo>
                <a:lnTo>
                  <a:pt x="1465" y="8894"/>
                </a:lnTo>
                <a:lnTo>
                  <a:pt x="1465" y="9668"/>
                </a:lnTo>
                <a:lnTo>
                  <a:pt x="953" y="9668"/>
                </a:lnTo>
                <a:lnTo>
                  <a:pt x="953" y="9228"/>
                </a:lnTo>
                <a:lnTo>
                  <a:pt x="1096" y="9228"/>
                </a:lnTo>
                <a:lnTo>
                  <a:pt x="1096" y="8466"/>
                </a:lnTo>
                <a:lnTo>
                  <a:pt x="751" y="8263"/>
                </a:lnTo>
                <a:lnTo>
                  <a:pt x="322" y="8502"/>
                </a:lnTo>
                <a:lnTo>
                  <a:pt x="322" y="9240"/>
                </a:lnTo>
                <a:lnTo>
                  <a:pt x="453" y="9240"/>
                </a:lnTo>
                <a:lnTo>
                  <a:pt x="453" y="9692"/>
                </a:lnTo>
                <a:lnTo>
                  <a:pt x="1" y="9692"/>
                </a:lnTo>
                <a:lnTo>
                  <a:pt x="1" y="18050"/>
                </a:lnTo>
                <a:lnTo>
                  <a:pt x="79582" y="18026"/>
                </a:lnTo>
                <a:lnTo>
                  <a:pt x="79582" y="12931"/>
                </a:lnTo>
                <a:lnTo>
                  <a:pt x="79380" y="12931"/>
                </a:lnTo>
                <a:lnTo>
                  <a:pt x="79380" y="9656"/>
                </a:lnTo>
                <a:lnTo>
                  <a:pt x="79023" y="9656"/>
                </a:lnTo>
                <a:lnTo>
                  <a:pt x="79023" y="8823"/>
                </a:lnTo>
                <a:lnTo>
                  <a:pt x="78106" y="8823"/>
                </a:lnTo>
                <a:lnTo>
                  <a:pt x="78106" y="6727"/>
                </a:lnTo>
                <a:lnTo>
                  <a:pt x="77499" y="6727"/>
                </a:lnTo>
                <a:lnTo>
                  <a:pt x="77499" y="5358"/>
                </a:lnTo>
                <a:lnTo>
                  <a:pt x="77832" y="5358"/>
                </a:lnTo>
                <a:lnTo>
                  <a:pt x="77832" y="5037"/>
                </a:lnTo>
                <a:lnTo>
                  <a:pt x="75653" y="5037"/>
                </a:lnTo>
                <a:lnTo>
                  <a:pt x="75653" y="2989"/>
                </a:lnTo>
                <a:lnTo>
                  <a:pt x="75022" y="2989"/>
                </a:lnTo>
                <a:lnTo>
                  <a:pt x="75022" y="2167"/>
                </a:lnTo>
                <a:lnTo>
                  <a:pt x="75224" y="2167"/>
                </a:lnTo>
                <a:lnTo>
                  <a:pt x="75224" y="834"/>
                </a:lnTo>
                <a:lnTo>
                  <a:pt x="74784" y="501"/>
                </a:lnTo>
                <a:lnTo>
                  <a:pt x="74224" y="846"/>
                </a:lnTo>
                <a:lnTo>
                  <a:pt x="74224" y="2179"/>
                </a:lnTo>
                <a:lnTo>
                  <a:pt x="74462" y="2179"/>
                </a:lnTo>
                <a:lnTo>
                  <a:pt x="74462" y="2989"/>
                </a:lnTo>
                <a:lnTo>
                  <a:pt x="73903" y="2989"/>
                </a:lnTo>
                <a:lnTo>
                  <a:pt x="73903" y="1560"/>
                </a:lnTo>
                <a:lnTo>
                  <a:pt x="72343" y="1560"/>
                </a:lnTo>
                <a:lnTo>
                  <a:pt x="72343" y="2989"/>
                </a:lnTo>
                <a:lnTo>
                  <a:pt x="71950" y="2989"/>
                </a:lnTo>
                <a:lnTo>
                  <a:pt x="71950" y="10966"/>
                </a:lnTo>
                <a:lnTo>
                  <a:pt x="69748" y="10966"/>
                </a:lnTo>
                <a:lnTo>
                  <a:pt x="69748" y="13824"/>
                </a:lnTo>
                <a:lnTo>
                  <a:pt x="69164" y="13824"/>
                </a:lnTo>
                <a:lnTo>
                  <a:pt x="69164" y="14526"/>
                </a:lnTo>
                <a:lnTo>
                  <a:pt x="68057" y="14526"/>
                </a:lnTo>
                <a:lnTo>
                  <a:pt x="68057" y="11752"/>
                </a:lnTo>
                <a:lnTo>
                  <a:pt x="68057" y="11514"/>
                </a:lnTo>
                <a:lnTo>
                  <a:pt x="67771" y="11514"/>
                </a:lnTo>
                <a:lnTo>
                  <a:pt x="67771" y="10895"/>
                </a:lnTo>
                <a:lnTo>
                  <a:pt x="66819" y="10895"/>
                </a:lnTo>
                <a:lnTo>
                  <a:pt x="66819" y="11514"/>
                </a:lnTo>
                <a:lnTo>
                  <a:pt x="66414" y="11514"/>
                </a:lnTo>
                <a:lnTo>
                  <a:pt x="66414" y="11192"/>
                </a:lnTo>
                <a:lnTo>
                  <a:pt x="66223" y="11192"/>
                </a:lnTo>
                <a:lnTo>
                  <a:pt x="66223" y="10799"/>
                </a:lnTo>
                <a:lnTo>
                  <a:pt x="65807" y="10561"/>
                </a:lnTo>
                <a:lnTo>
                  <a:pt x="65426" y="10752"/>
                </a:lnTo>
                <a:lnTo>
                  <a:pt x="65104" y="10561"/>
                </a:lnTo>
                <a:lnTo>
                  <a:pt x="64759" y="10716"/>
                </a:lnTo>
                <a:lnTo>
                  <a:pt x="64759" y="11549"/>
                </a:lnTo>
                <a:lnTo>
                  <a:pt x="64580" y="11549"/>
                </a:lnTo>
                <a:lnTo>
                  <a:pt x="64580" y="14586"/>
                </a:lnTo>
                <a:lnTo>
                  <a:pt x="64354" y="14586"/>
                </a:lnTo>
                <a:lnTo>
                  <a:pt x="64354" y="13002"/>
                </a:lnTo>
                <a:lnTo>
                  <a:pt x="64056" y="13002"/>
                </a:lnTo>
                <a:lnTo>
                  <a:pt x="64056" y="9656"/>
                </a:lnTo>
                <a:lnTo>
                  <a:pt x="63723" y="9656"/>
                </a:lnTo>
                <a:lnTo>
                  <a:pt x="63723" y="8930"/>
                </a:lnTo>
                <a:lnTo>
                  <a:pt x="62425" y="8930"/>
                </a:lnTo>
                <a:lnTo>
                  <a:pt x="62425" y="9668"/>
                </a:lnTo>
                <a:lnTo>
                  <a:pt x="61104" y="9668"/>
                </a:lnTo>
                <a:lnTo>
                  <a:pt x="61104" y="14836"/>
                </a:lnTo>
                <a:lnTo>
                  <a:pt x="60485" y="14836"/>
                </a:lnTo>
                <a:lnTo>
                  <a:pt x="60485" y="12966"/>
                </a:lnTo>
                <a:lnTo>
                  <a:pt x="60246" y="12966"/>
                </a:lnTo>
                <a:lnTo>
                  <a:pt x="60246" y="9656"/>
                </a:lnTo>
                <a:lnTo>
                  <a:pt x="59818" y="9656"/>
                </a:lnTo>
                <a:lnTo>
                  <a:pt x="59818" y="8942"/>
                </a:lnTo>
                <a:lnTo>
                  <a:pt x="59437" y="8942"/>
                </a:lnTo>
                <a:lnTo>
                  <a:pt x="59437" y="8454"/>
                </a:lnTo>
                <a:lnTo>
                  <a:pt x="59092" y="8275"/>
                </a:lnTo>
                <a:lnTo>
                  <a:pt x="58675" y="8466"/>
                </a:lnTo>
                <a:lnTo>
                  <a:pt x="58675" y="8835"/>
                </a:lnTo>
                <a:lnTo>
                  <a:pt x="58234" y="8835"/>
                </a:lnTo>
                <a:lnTo>
                  <a:pt x="58234" y="9656"/>
                </a:lnTo>
                <a:lnTo>
                  <a:pt x="57460" y="9656"/>
                </a:lnTo>
                <a:lnTo>
                  <a:pt x="57460" y="9847"/>
                </a:lnTo>
                <a:lnTo>
                  <a:pt x="57127" y="9847"/>
                </a:lnTo>
                <a:lnTo>
                  <a:pt x="57127" y="11514"/>
                </a:lnTo>
                <a:lnTo>
                  <a:pt x="56841" y="11514"/>
                </a:lnTo>
                <a:lnTo>
                  <a:pt x="56841" y="2882"/>
                </a:lnTo>
                <a:lnTo>
                  <a:pt x="56377" y="2882"/>
                </a:lnTo>
                <a:lnTo>
                  <a:pt x="56377" y="2513"/>
                </a:lnTo>
                <a:lnTo>
                  <a:pt x="55341" y="2513"/>
                </a:lnTo>
                <a:lnTo>
                  <a:pt x="55341" y="1572"/>
                </a:lnTo>
                <a:lnTo>
                  <a:pt x="54746" y="1572"/>
                </a:lnTo>
                <a:lnTo>
                  <a:pt x="54746" y="1001"/>
                </a:lnTo>
                <a:lnTo>
                  <a:pt x="54258" y="739"/>
                </a:lnTo>
                <a:lnTo>
                  <a:pt x="53769" y="977"/>
                </a:lnTo>
                <a:lnTo>
                  <a:pt x="53769" y="1322"/>
                </a:lnTo>
                <a:lnTo>
                  <a:pt x="53293" y="1322"/>
                </a:lnTo>
                <a:lnTo>
                  <a:pt x="53293" y="2584"/>
                </a:lnTo>
                <a:lnTo>
                  <a:pt x="52769" y="2584"/>
                </a:lnTo>
                <a:lnTo>
                  <a:pt x="52769" y="7918"/>
                </a:lnTo>
                <a:lnTo>
                  <a:pt x="51722" y="7918"/>
                </a:lnTo>
                <a:lnTo>
                  <a:pt x="51722" y="8775"/>
                </a:lnTo>
                <a:lnTo>
                  <a:pt x="50912" y="8775"/>
                </a:lnTo>
                <a:lnTo>
                  <a:pt x="50912" y="7740"/>
                </a:lnTo>
                <a:lnTo>
                  <a:pt x="49007" y="8883"/>
                </a:lnTo>
                <a:lnTo>
                  <a:pt x="48543" y="8883"/>
                </a:lnTo>
                <a:lnTo>
                  <a:pt x="48543" y="11895"/>
                </a:lnTo>
                <a:lnTo>
                  <a:pt x="47554" y="11895"/>
                </a:lnTo>
                <a:lnTo>
                  <a:pt x="47554" y="12204"/>
                </a:lnTo>
                <a:lnTo>
                  <a:pt x="47019" y="12204"/>
                </a:lnTo>
                <a:lnTo>
                  <a:pt x="47019" y="12859"/>
                </a:lnTo>
                <a:lnTo>
                  <a:pt x="46661" y="12859"/>
                </a:lnTo>
                <a:lnTo>
                  <a:pt x="46661" y="12228"/>
                </a:lnTo>
                <a:lnTo>
                  <a:pt x="45495" y="12228"/>
                </a:lnTo>
                <a:lnTo>
                  <a:pt x="45495" y="14514"/>
                </a:lnTo>
                <a:lnTo>
                  <a:pt x="45209" y="14514"/>
                </a:lnTo>
                <a:lnTo>
                  <a:pt x="45209" y="11514"/>
                </a:lnTo>
                <a:lnTo>
                  <a:pt x="44995" y="11514"/>
                </a:lnTo>
                <a:lnTo>
                  <a:pt x="44995" y="9656"/>
                </a:lnTo>
                <a:lnTo>
                  <a:pt x="44768" y="9656"/>
                </a:lnTo>
                <a:lnTo>
                  <a:pt x="44768" y="8323"/>
                </a:lnTo>
                <a:lnTo>
                  <a:pt x="44399" y="7823"/>
                </a:lnTo>
                <a:lnTo>
                  <a:pt x="44399" y="6918"/>
                </a:lnTo>
                <a:lnTo>
                  <a:pt x="44066" y="6739"/>
                </a:lnTo>
                <a:lnTo>
                  <a:pt x="43673" y="6942"/>
                </a:lnTo>
                <a:lnTo>
                  <a:pt x="43673" y="7811"/>
                </a:lnTo>
                <a:lnTo>
                  <a:pt x="43411" y="8311"/>
                </a:lnTo>
                <a:lnTo>
                  <a:pt x="43411" y="7418"/>
                </a:lnTo>
                <a:lnTo>
                  <a:pt x="42054" y="7418"/>
                </a:lnTo>
                <a:lnTo>
                  <a:pt x="42054" y="8299"/>
                </a:lnTo>
                <a:lnTo>
                  <a:pt x="41863" y="8299"/>
                </a:lnTo>
                <a:lnTo>
                  <a:pt x="41863" y="11490"/>
                </a:lnTo>
                <a:lnTo>
                  <a:pt x="41649" y="11490"/>
                </a:lnTo>
                <a:lnTo>
                  <a:pt x="41649" y="12895"/>
                </a:lnTo>
                <a:lnTo>
                  <a:pt x="41363" y="12895"/>
                </a:lnTo>
                <a:lnTo>
                  <a:pt x="41363" y="11490"/>
                </a:lnTo>
                <a:lnTo>
                  <a:pt x="41220" y="11490"/>
                </a:lnTo>
                <a:lnTo>
                  <a:pt x="41220" y="9656"/>
                </a:lnTo>
                <a:lnTo>
                  <a:pt x="40863" y="9656"/>
                </a:lnTo>
                <a:lnTo>
                  <a:pt x="40863" y="8978"/>
                </a:lnTo>
                <a:lnTo>
                  <a:pt x="39530" y="8978"/>
                </a:lnTo>
                <a:lnTo>
                  <a:pt x="39530" y="9656"/>
                </a:lnTo>
                <a:lnTo>
                  <a:pt x="38208" y="9644"/>
                </a:lnTo>
                <a:lnTo>
                  <a:pt x="38208" y="10561"/>
                </a:lnTo>
                <a:lnTo>
                  <a:pt x="37982" y="10716"/>
                </a:lnTo>
                <a:lnTo>
                  <a:pt x="37982" y="11502"/>
                </a:lnTo>
                <a:lnTo>
                  <a:pt x="37315" y="11502"/>
                </a:lnTo>
                <a:lnTo>
                  <a:pt x="37315" y="4906"/>
                </a:lnTo>
                <a:lnTo>
                  <a:pt x="36994" y="4906"/>
                </a:lnTo>
                <a:lnTo>
                  <a:pt x="36994" y="3763"/>
                </a:lnTo>
                <a:lnTo>
                  <a:pt x="35708" y="3763"/>
                </a:lnTo>
                <a:lnTo>
                  <a:pt x="35708" y="4894"/>
                </a:lnTo>
                <a:lnTo>
                  <a:pt x="34386" y="4894"/>
                </a:lnTo>
                <a:lnTo>
                  <a:pt x="34386" y="11621"/>
                </a:lnTo>
                <a:lnTo>
                  <a:pt x="33934" y="11621"/>
                </a:lnTo>
                <a:lnTo>
                  <a:pt x="33934" y="6930"/>
                </a:lnTo>
                <a:lnTo>
                  <a:pt x="34053" y="6930"/>
                </a:lnTo>
                <a:lnTo>
                  <a:pt x="34053" y="6620"/>
                </a:lnTo>
                <a:lnTo>
                  <a:pt x="33565" y="6620"/>
                </a:lnTo>
                <a:lnTo>
                  <a:pt x="33565" y="5608"/>
                </a:lnTo>
                <a:lnTo>
                  <a:pt x="33041" y="5608"/>
                </a:lnTo>
                <a:lnTo>
                  <a:pt x="33041" y="4989"/>
                </a:lnTo>
                <a:lnTo>
                  <a:pt x="32505" y="4739"/>
                </a:lnTo>
                <a:lnTo>
                  <a:pt x="32017" y="4965"/>
                </a:lnTo>
                <a:lnTo>
                  <a:pt x="32017" y="5596"/>
                </a:lnTo>
                <a:lnTo>
                  <a:pt x="31350" y="5596"/>
                </a:lnTo>
                <a:lnTo>
                  <a:pt x="31350" y="6632"/>
                </a:lnTo>
                <a:lnTo>
                  <a:pt x="30302" y="6632"/>
                </a:lnTo>
                <a:lnTo>
                  <a:pt x="30302" y="6918"/>
                </a:lnTo>
                <a:lnTo>
                  <a:pt x="29814" y="6918"/>
                </a:lnTo>
                <a:lnTo>
                  <a:pt x="29814" y="12145"/>
                </a:lnTo>
                <a:lnTo>
                  <a:pt x="29516" y="12145"/>
                </a:lnTo>
                <a:lnTo>
                  <a:pt x="29516" y="9597"/>
                </a:lnTo>
                <a:lnTo>
                  <a:pt x="28993" y="9597"/>
                </a:lnTo>
                <a:lnTo>
                  <a:pt x="28993" y="9133"/>
                </a:lnTo>
                <a:lnTo>
                  <a:pt x="29207" y="9133"/>
                </a:lnTo>
                <a:lnTo>
                  <a:pt x="29207" y="8394"/>
                </a:lnTo>
                <a:lnTo>
                  <a:pt x="28850" y="8180"/>
                </a:lnTo>
                <a:lnTo>
                  <a:pt x="28445" y="8394"/>
                </a:lnTo>
                <a:lnTo>
                  <a:pt x="28445" y="9133"/>
                </a:lnTo>
                <a:lnTo>
                  <a:pt x="28659" y="9133"/>
                </a:lnTo>
                <a:lnTo>
                  <a:pt x="28659" y="9609"/>
                </a:lnTo>
                <a:lnTo>
                  <a:pt x="28171" y="9609"/>
                </a:lnTo>
                <a:lnTo>
                  <a:pt x="28171" y="8728"/>
                </a:lnTo>
                <a:lnTo>
                  <a:pt x="27647" y="8728"/>
                </a:lnTo>
                <a:lnTo>
                  <a:pt x="27647" y="5037"/>
                </a:lnTo>
                <a:lnTo>
                  <a:pt x="26242" y="5037"/>
                </a:lnTo>
                <a:lnTo>
                  <a:pt x="26242" y="3870"/>
                </a:lnTo>
                <a:lnTo>
                  <a:pt x="24921" y="3870"/>
                </a:lnTo>
                <a:lnTo>
                  <a:pt x="24921" y="5037"/>
                </a:lnTo>
                <a:lnTo>
                  <a:pt x="24694" y="5037"/>
                </a:lnTo>
                <a:lnTo>
                  <a:pt x="24694" y="6025"/>
                </a:lnTo>
                <a:lnTo>
                  <a:pt x="23789" y="6025"/>
                </a:lnTo>
                <a:lnTo>
                  <a:pt x="23789" y="7085"/>
                </a:lnTo>
                <a:lnTo>
                  <a:pt x="23563" y="7085"/>
                </a:lnTo>
                <a:lnTo>
                  <a:pt x="23563" y="1846"/>
                </a:lnTo>
                <a:lnTo>
                  <a:pt x="22682" y="1846"/>
                </a:lnTo>
                <a:lnTo>
                  <a:pt x="22682" y="524"/>
                </a:lnTo>
                <a:lnTo>
                  <a:pt x="22146" y="0"/>
                </a:ln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rgbClr val="FFFFFF">
                  <a:alpha val="0"/>
                </a:srgbClr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13101" y="1122175"/>
            <a:ext cx="77178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713100" y="3279500"/>
            <a:ext cx="77178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 rot="-1865229">
            <a:off x="-143962" y="286954"/>
            <a:ext cx="472139" cy="786754"/>
          </a:xfrm>
          <a:custGeom>
            <a:avLst/>
            <a:gdLst/>
            <a:ahLst/>
            <a:cxnLst/>
            <a:rect l="l" t="t" r="r" b="b"/>
            <a:pathLst>
              <a:path w="18385" h="30636" extrusionOk="0">
                <a:moveTo>
                  <a:pt x="9645" y="2692"/>
                </a:moveTo>
                <a:lnTo>
                  <a:pt x="16598" y="14669"/>
                </a:lnTo>
                <a:lnTo>
                  <a:pt x="8466" y="14669"/>
                </a:lnTo>
                <a:lnTo>
                  <a:pt x="9371" y="5454"/>
                </a:lnTo>
                <a:lnTo>
                  <a:pt x="9645" y="2692"/>
                </a:lnTo>
                <a:close/>
                <a:moveTo>
                  <a:pt x="8264" y="3537"/>
                </a:moveTo>
                <a:lnTo>
                  <a:pt x="8026" y="5990"/>
                </a:lnTo>
                <a:lnTo>
                  <a:pt x="7180" y="14681"/>
                </a:lnTo>
                <a:lnTo>
                  <a:pt x="1799" y="14681"/>
                </a:lnTo>
                <a:lnTo>
                  <a:pt x="8264" y="3537"/>
                </a:lnTo>
                <a:close/>
                <a:moveTo>
                  <a:pt x="7180" y="15979"/>
                </a:moveTo>
                <a:lnTo>
                  <a:pt x="8026" y="24671"/>
                </a:lnTo>
                <a:lnTo>
                  <a:pt x="8264" y="27123"/>
                </a:lnTo>
                <a:lnTo>
                  <a:pt x="1799" y="15979"/>
                </a:lnTo>
                <a:close/>
                <a:moveTo>
                  <a:pt x="16598" y="15979"/>
                </a:moveTo>
                <a:lnTo>
                  <a:pt x="9645" y="27957"/>
                </a:lnTo>
                <a:lnTo>
                  <a:pt x="9383" y="25194"/>
                </a:lnTo>
                <a:lnTo>
                  <a:pt x="8466" y="15979"/>
                </a:lnTo>
                <a:close/>
                <a:moveTo>
                  <a:pt x="9050" y="1"/>
                </a:moveTo>
                <a:cubicBezTo>
                  <a:pt x="9038" y="1"/>
                  <a:pt x="9014" y="13"/>
                  <a:pt x="9002" y="13"/>
                </a:cubicBezTo>
                <a:cubicBezTo>
                  <a:pt x="8978" y="25"/>
                  <a:pt x="8942" y="25"/>
                  <a:pt x="8919" y="37"/>
                </a:cubicBezTo>
                <a:cubicBezTo>
                  <a:pt x="8883" y="60"/>
                  <a:pt x="8859" y="72"/>
                  <a:pt x="8811" y="96"/>
                </a:cubicBezTo>
                <a:cubicBezTo>
                  <a:pt x="8776" y="120"/>
                  <a:pt x="8764" y="132"/>
                  <a:pt x="8740" y="156"/>
                </a:cubicBezTo>
                <a:cubicBezTo>
                  <a:pt x="8704" y="191"/>
                  <a:pt x="8680" y="215"/>
                  <a:pt x="8669" y="251"/>
                </a:cubicBezTo>
                <a:lnTo>
                  <a:pt x="8621" y="298"/>
                </a:lnTo>
                <a:lnTo>
                  <a:pt x="96" y="15003"/>
                </a:lnTo>
                <a:cubicBezTo>
                  <a:pt x="72" y="15015"/>
                  <a:pt x="72" y="15026"/>
                  <a:pt x="72" y="15038"/>
                </a:cubicBezTo>
                <a:cubicBezTo>
                  <a:pt x="60" y="15074"/>
                  <a:pt x="48" y="15122"/>
                  <a:pt x="37" y="15146"/>
                </a:cubicBezTo>
                <a:cubicBezTo>
                  <a:pt x="37" y="15181"/>
                  <a:pt x="37" y="15193"/>
                  <a:pt x="13" y="15217"/>
                </a:cubicBezTo>
                <a:cubicBezTo>
                  <a:pt x="13" y="15253"/>
                  <a:pt x="1" y="15277"/>
                  <a:pt x="1" y="15312"/>
                </a:cubicBezTo>
                <a:cubicBezTo>
                  <a:pt x="1" y="15336"/>
                  <a:pt x="13" y="15372"/>
                  <a:pt x="13" y="15396"/>
                </a:cubicBezTo>
                <a:cubicBezTo>
                  <a:pt x="13" y="15431"/>
                  <a:pt x="13" y="15443"/>
                  <a:pt x="37" y="15479"/>
                </a:cubicBezTo>
                <a:cubicBezTo>
                  <a:pt x="48" y="15515"/>
                  <a:pt x="60" y="15550"/>
                  <a:pt x="72" y="15574"/>
                </a:cubicBezTo>
                <a:cubicBezTo>
                  <a:pt x="72" y="15598"/>
                  <a:pt x="96" y="15610"/>
                  <a:pt x="96" y="15622"/>
                </a:cubicBezTo>
                <a:lnTo>
                  <a:pt x="8621" y="30326"/>
                </a:lnTo>
                <a:cubicBezTo>
                  <a:pt x="8633" y="30362"/>
                  <a:pt x="8645" y="30374"/>
                  <a:pt x="8669" y="30386"/>
                </a:cubicBezTo>
                <a:lnTo>
                  <a:pt x="8704" y="30433"/>
                </a:lnTo>
                <a:cubicBezTo>
                  <a:pt x="8740" y="30481"/>
                  <a:pt x="8776" y="30505"/>
                  <a:pt x="8823" y="30540"/>
                </a:cubicBezTo>
                <a:cubicBezTo>
                  <a:pt x="8835" y="30540"/>
                  <a:pt x="8835" y="30552"/>
                  <a:pt x="8859" y="30552"/>
                </a:cubicBezTo>
                <a:cubicBezTo>
                  <a:pt x="8919" y="30576"/>
                  <a:pt x="8978" y="30612"/>
                  <a:pt x="9038" y="30624"/>
                </a:cubicBezTo>
                <a:lnTo>
                  <a:pt x="9050" y="30624"/>
                </a:lnTo>
                <a:cubicBezTo>
                  <a:pt x="9097" y="30636"/>
                  <a:pt x="9133" y="30636"/>
                  <a:pt x="9181" y="30636"/>
                </a:cubicBezTo>
                <a:cubicBezTo>
                  <a:pt x="9240" y="30636"/>
                  <a:pt x="9300" y="30624"/>
                  <a:pt x="9359" y="30612"/>
                </a:cubicBezTo>
                <a:lnTo>
                  <a:pt x="9371" y="30612"/>
                </a:lnTo>
                <a:cubicBezTo>
                  <a:pt x="9395" y="30612"/>
                  <a:pt x="9395" y="30600"/>
                  <a:pt x="9407" y="30600"/>
                </a:cubicBezTo>
                <a:cubicBezTo>
                  <a:pt x="9454" y="30576"/>
                  <a:pt x="9490" y="30552"/>
                  <a:pt x="9538" y="30516"/>
                </a:cubicBezTo>
                <a:lnTo>
                  <a:pt x="9585" y="30481"/>
                </a:lnTo>
                <a:cubicBezTo>
                  <a:pt x="9621" y="30445"/>
                  <a:pt x="9657" y="30421"/>
                  <a:pt x="9693" y="30374"/>
                </a:cubicBezTo>
                <a:cubicBezTo>
                  <a:pt x="9704" y="30362"/>
                  <a:pt x="9716" y="30338"/>
                  <a:pt x="9716" y="30326"/>
                </a:cubicBezTo>
                <a:cubicBezTo>
                  <a:pt x="9752" y="30362"/>
                  <a:pt x="9752" y="30362"/>
                  <a:pt x="9764" y="30362"/>
                </a:cubicBezTo>
                <a:lnTo>
                  <a:pt x="18289" y="15658"/>
                </a:lnTo>
                <a:cubicBezTo>
                  <a:pt x="18301" y="15634"/>
                  <a:pt x="18301" y="15622"/>
                  <a:pt x="18301" y="15610"/>
                </a:cubicBezTo>
                <a:cubicBezTo>
                  <a:pt x="18325" y="15574"/>
                  <a:pt x="18336" y="15527"/>
                  <a:pt x="18348" y="15503"/>
                </a:cubicBezTo>
                <a:cubicBezTo>
                  <a:pt x="18348" y="15479"/>
                  <a:pt x="18348" y="15455"/>
                  <a:pt x="18360" y="15431"/>
                </a:cubicBezTo>
                <a:cubicBezTo>
                  <a:pt x="18360" y="15396"/>
                  <a:pt x="18384" y="15372"/>
                  <a:pt x="18384" y="15336"/>
                </a:cubicBezTo>
                <a:cubicBezTo>
                  <a:pt x="18384" y="15312"/>
                  <a:pt x="18360" y="15277"/>
                  <a:pt x="18360" y="15253"/>
                </a:cubicBezTo>
                <a:cubicBezTo>
                  <a:pt x="18360" y="15217"/>
                  <a:pt x="18360" y="15205"/>
                  <a:pt x="18348" y="15181"/>
                </a:cubicBezTo>
                <a:cubicBezTo>
                  <a:pt x="18336" y="15134"/>
                  <a:pt x="18325" y="15098"/>
                  <a:pt x="18301" y="15074"/>
                </a:cubicBezTo>
                <a:cubicBezTo>
                  <a:pt x="18301" y="15062"/>
                  <a:pt x="18289" y="15038"/>
                  <a:pt x="18289" y="15026"/>
                </a:cubicBezTo>
                <a:lnTo>
                  <a:pt x="9764" y="322"/>
                </a:lnTo>
                <a:lnTo>
                  <a:pt x="9752" y="310"/>
                </a:lnTo>
                <a:cubicBezTo>
                  <a:pt x="9740" y="275"/>
                  <a:pt x="9704" y="263"/>
                  <a:pt x="9693" y="239"/>
                </a:cubicBezTo>
                <a:cubicBezTo>
                  <a:pt x="9657" y="203"/>
                  <a:pt x="9645" y="179"/>
                  <a:pt x="9621" y="144"/>
                </a:cubicBezTo>
                <a:cubicBezTo>
                  <a:pt x="9597" y="132"/>
                  <a:pt x="9573" y="120"/>
                  <a:pt x="9538" y="96"/>
                </a:cubicBezTo>
                <a:cubicBezTo>
                  <a:pt x="9514" y="72"/>
                  <a:pt x="9466" y="60"/>
                  <a:pt x="9419" y="37"/>
                </a:cubicBezTo>
                <a:cubicBezTo>
                  <a:pt x="9407" y="37"/>
                  <a:pt x="9407" y="25"/>
                  <a:pt x="9395" y="25"/>
                </a:cubicBezTo>
                <a:cubicBezTo>
                  <a:pt x="9383" y="25"/>
                  <a:pt x="9347" y="25"/>
                  <a:pt x="9335" y="13"/>
                </a:cubicBezTo>
                <a:cubicBezTo>
                  <a:pt x="9288" y="1"/>
                  <a:pt x="9264" y="1"/>
                  <a:pt x="9216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114300" algn="bl" rotWithShape="0">
              <a:schemeClr val="accent3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4"/>
          <p:cNvSpPr/>
          <p:nvPr/>
        </p:nvSpPr>
        <p:spPr>
          <a:xfrm>
            <a:off x="248925" y="128446"/>
            <a:ext cx="181800" cy="181800"/>
          </a:xfrm>
          <a:prstGeom prst="ellipse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algn="bl" rotWithShape="0">
              <a:schemeClr val="accent3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4"/>
          <p:cNvSpPr/>
          <p:nvPr/>
        </p:nvSpPr>
        <p:spPr>
          <a:xfrm rot="2700000">
            <a:off x="837138" y="35699"/>
            <a:ext cx="39734" cy="367313"/>
          </a:xfrm>
          <a:custGeom>
            <a:avLst/>
            <a:gdLst/>
            <a:ahLst/>
            <a:cxnLst/>
            <a:rect l="l" t="t" r="r" b="b"/>
            <a:pathLst>
              <a:path w="1310" h="12110" extrusionOk="0">
                <a:moveTo>
                  <a:pt x="655" y="0"/>
                </a:moveTo>
                <a:cubicBezTo>
                  <a:pt x="298" y="0"/>
                  <a:pt x="0" y="298"/>
                  <a:pt x="0" y="655"/>
                </a:cubicBezTo>
                <a:lnTo>
                  <a:pt x="0" y="11454"/>
                </a:lnTo>
                <a:cubicBezTo>
                  <a:pt x="0" y="11811"/>
                  <a:pt x="298" y="12109"/>
                  <a:pt x="655" y="12109"/>
                </a:cubicBezTo>
                <a:cubicBezTo>
                  <a:pt x="1012" y="12109"/>
                  <a:pt x="1310" y="11811"/>
                  <a:pt x="1310" y="11454"/>
                </a:cubicBezTo>
                <a:lnTo>
                  <a:pt x="1310" y="655"/>
                </a:lnTo>
                <a:cubicBezTo>
                  <a:pt x="1310" y="298"/>
                  <a:pt x="1036" y="0"/>
                  <a:pt x="65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100013" algn="bl" rotWithShape="0">
              <a:schemeClr val="accent3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713100" y="445025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713100" y="1152475"/>
            <a:ext cx="77178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713100" y="1680900"/>
            <a:ext cx="3557100" cy="57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ubTitle" idx="1"/>
          </p:nvPr>
        </p:nvSpPr>
        <p:spPr>
          <a:xfrm>
            <a:off x="716100" y="2256900"/>
            <a:ext cx="3557100" cy="119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1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 2">
  <p:cSld name="CUSTOM_9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4"/>
          <p:cNvSpPr txBox="1">
            <a:spLocks noGrp="1"/>
          </p:cNvSpPr>
          <p:nvPr>
            <p:ph type="title"/>
          </p:nvPr>
        </p:nvSpPr>
        <p:spPr>
          <a:xfrm>
            <a:off x="2793450" y="2806000"/>
            <a:ext cx="3557100" cy="57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14"/>
          <p:cNvSpPr txBox="1">
            <a:spLocks noGrp="1"/>
          </p:cNvSpPr>
          <p:nvPr>
            <p:ph type="subTitle" idx="1"/>
          </p:nvPr>
        </p:nvSpPr>
        <p:spPr>
          <a:xfrm>
            <a:off x="2793450" y="3383900"/>
            <a:ext cx="3557100" cy="97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 3">
  <p:cSld name="CUSTOM_9_1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5"/>
          <p:cNvSpPr txBox="1">
            <a:spLocks noGrp="1"/>
          </p:cNvSpPr>
          <p:nvPr>
            <p:ph type="title"/>
          </p:nvPr>
        </p:nvSpPr>
        <p:spPr>
          <a:xfrm>
            <a:off x="4996325" y="1684800"/>
            <a:ext cx="3088200" cy="57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15"/>
          <p:cNvSpPr txBox="1">
            <a:spLocks noGrp="1"/>
          </p:cNvSpPr>
          <p:nvPr>
            <p:ph type="subTitle" idx="1"/>
          </p:nvPr>
        </p:nvSpPr>
        <p:spPr>
          <a:xfrm>
            <a:off x="4996325" y="2260800"/>
            <a:ext cx="3088200" cy="119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CUSTOM_8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6"/>
          <p:cNvSpPr/>
          <p:nvPr/>
        </p:nvSpPr>
        <p:spPr>
          <a:xfrm>
            <a:off x="8536825" y="2140850"/>
            <a:ext cx="329838" cy="411899"/>
          </a:xfrm>
          <a:custGeom>
            <a:avLst/>
            <a:gdLst/>
            <a:ahLst/>
            <a:cxnLst/>
            <a:rect l="l" t="t" r="r" b="b"/>
            <a:pathLst>
              <a:path w="9502" h="11866" extrusionOk="0">
                <a:moveTo>
                  <a:pt x="1298" y="1840"/>
                </a:moveTo>
                <a:lnTo>
                  <a:pt x="7632" y="5936"/>
                </a:lnTo>
                <a:lnTo>
                  <a:pt x="1298" y="10032"/>
                </a:lnTo>
                <a:lnTo>
                  <a:pt x="1298" y="1840"/>
                </a:lnTo>
                <a:close/>
                <a:moveTo>
                  <a:pt x="638" y="1"/>
                </a:moveTo>
                <a:cubicBezTo>
                  <a:pt x="536" y="1"/>
                  <a:pt x="435" y="26"/>
                  <a:pt x="346" y="78"/>
                </a:cubicBezTo>
                <a:cubicBezTo>
                  <a:pt x="131" y="185"/>
                  <a:pt x="0" y="411"/>
                  <a:pt x="0" y="650"/>
                </a:cubicBezTo>
                <a:lnTo>
                  <a:pt x="0" y="11234"/>
                </a:lnTo>
                <a:cubicBezTo>
                  <a:pt x="0" y="11472"/>
                  <a:pt x="131" y="11675"/>
                  <a:pt x="346" y="11794"/>
                </a:cubicBezTo>
                <a:cubicBezTo>
                  <a:pt x="453" y="11841"/>
                  <a:pt x="548" y="11865"/>
                  <a:pt x="655" y="11865"/>
                </a:cubicBezTo>
                <a:cubicBezTo>
                  <a:pt x="774" y="11865"/>
                  <a:pt x="893" y="11841"/>
                  <a:pt x="1012" y="11806"/>
                </a:cubicBezTo>
                <a:lnTo>
                  <a:pt x="9204" y="6507"/>
                </a:lnTo>
                <a:cubicBezTo>
                  <a:pt x="9382" y="6388"/>
                  <a:pt x="9502" y="6186"/>
                  <a:pt x="9502" y="5960"/>
                </a:cubicBezTo>
                <a:cubicBezTo>
                  <a:pt x="9502" y="5734"/>
                  <a:pt x="9382" y="5531"/>
                  <a:pt x="9204" y="5412"/>
                </a:cubicBezTo>
                <a:lnTo>
                  <a:pt x="1012" y="114"/>
                </a:lnTo>
                <a:cubicBezTo>
                  <a:pt x="899" y="41"/>
                  <a:pt x="767" y="1"/>
                  <a:pt x="638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157163" algn="bl" rotWithShape="0">
              <a:schemeClr val="accent3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16"/>
          <p:cNvSpPr/>
          <p:nvPr/>
        </p:nvSpPr>
        <p:spPr>
          <a:xfrm rot="1767129">
            <a:off x="8424619" y="3519602"/>
            <a:ext cx="731412" cy="1291989"/>
          </a:xfrm>
          <a:custGeom>
            <a:avLst/>
            <a:gdLst/>
            <a:ahLst/>
            <a:cxnLst/>
            <a:rect l="l" t="t" r="r" b="b"/>
            <a:pathLst>
              <a:path w="15550" h="27468" extrusionOk="0">
                <a:moveTo>
                  <a:pt x="13335" y="1310"/>
                </a:moveTo>
                <a:lnTo>
                  <a:pt x="10145" y="4489"/>
                </a:lnTo>
                <a:lnTo>
                  <a:pt x="10145" y="1310"/>
                </a:lnTo>
                <a:close/>
                <a:moveTo>
                  <a:pt x="8835" y="2226"/>
                </a:moveTo>
                <a:lnTo>
                  <a:pt x="8835" y="5798"/>
                </a:lnTo>
                <a:lnTo>
                  <a:pt x="5787" y="8846"/>
                </a:lnTo>
                <a:lnTo>
                  <a:pt x="2215" y="8846"/>
                </a:lnTo>
                <a:lnTo>
                  <a:pt x="8835" y="2226"/>
                </a:lnTo>
                <a:close/>
                <a:moveTo>
                  <a:pt x="14240" y="2226"/>
                </a:moveTo>
                <a:lnTo>
                  <a:pt x="14240" y="17335"/>
                </a:lnTo>
                <a:lnTo>
                  <a:pt x="10133" y="17335"/>
                </a:lnTo>
                <a:lnTo>
                  <a:pt x="10133" y="6334"/>
                </a:lnTo>
                <a:lnTo>
                  <a:pt x="14240" y="2226"/>
                </a:lnTo>
                <a:close/>
                <a:moveTo>
                  <a:pt x="8835" y="7644"/>
                </a:moveTo>
                <a:lnTo>
                  <a:pt x="8835" y="17716"/>
                </a:lnTo>
                <a:lnTo>
                  <a:pt x="6704" y="19848"/>
                </a:lnTo>
                <a:lnTo>
                  <a:pt x="6704" y="9775"/>
                </a:lnTo>
                <a:lnTo>
                  <a:pt x="8835" y="7644"/>
                </a:lnTo>
                <a:close/>
                <a:moveTo>
                  <a:pt x="5418" y="10144"/>
                </a:moveTo>
                <a:lnTo>
                  <a:pt x="5418" y="21145"/>
                </a:lnTo>
                <a:lnTo>
                  <a:pt x="1310" y="25253"/>
                </a:lnTo>
                <a:lnTo>
                  <a:pt x="1310" y="10144"/>
                </a:lnTo>
                <a:close/>
                <a:moveTo>
                  <a:pt x="13335" y="18633"/>
                </a:moveTo>
                <a:lnTo>
                  <a:pt x="6704" y="25253"/>
                </a:lnTo>
                <a:lnTo>
                  <a:pt x="6704" y="21681"/>
                </a:lnTo>
                <a:lnTo>
                  <a:pt x="9764" y="18633"/>
                </a:lnTo>
                <a:close/>
                <a:moveTo>
                  <a:pt x="5418" y="22991"/>
                </a:moveTo>
                <a:lnTo>
                  <a:pt x="5418" y="26170"/>
                </a:lnTo>
                <a:lnTo>
                  <a:pt x="2227" y="26170"/>
                </a:lnTo>
                <a:lnTo>
                  <a:pt x="5418" y="22991"/>
                </a:lnTo>
                <a:close/>
                <a:moveTo>
                  <a:pt x="9502" y="0"/>
                </a:moveTo>
                <a:cubicBezTo>
                  <a:pt x="9466" y="0"/>
                  <a:pt x="9418" y="0"/>
                  <a:pt x="9371" y="12"/>
                </a:cubicBezTo>
                <a:cubicBezTo>
                  <a:pt x="9347" y="12"/>
                  <a:pt x="9323" y="24"/>
                  <a:pt x="9299" y="24"/>
                </a:cubicBezTo>
                <a:cubicBezTo>
                  <a:pt x="9287" y="24"/>
                  <a:pt x="9263" y="36"/>
                  <a:pt x="9252" y="36"/>
                </a:cubicBezTo>
                <a:cubicBezTo>
                  <a:pt x="9228" y="48"/>
                  <a:pt x="9204" y="71"/>
                  <a:pt x="9180" y="83"/>
                </a:cubicBezTo>
                <a:cubicBezTo>
                  <a:pt x="9168" y="83"/>
                  <a:pt x="9144" y="95"/>
                  <a:pt x="9133" y="95"/>
                </a:cubicBezTo>
                <a:cubicBezTo>
                  <a:pt x="9109" y="107"/>
                  <a:pt x="9085" y="143"/>
                  <a:pt x="9061" y="155"/>
                </a:cubicBezTo>
                <a:cubicBezTo>
                  <a:pt x="9049" y="167"/>
                  <a:pt x="9049" y="167"/>
                  <a:pt x="9025" y="167"/>
                </a:cubicBezTo>
                <a:lnTo>
                  <a:pt x="191" y="9013"/>
                </a:lnTo>
                <a:cubicBezTo>
                  <a:pt x="143" y="9061"/>
                  <a:pt x="119" y="9096"/>
                  <a:pt x="84" y="9144"/>
                </a:cubicBezTo>
                <a:cubicBezTo>
                  <a:pt x="84" y="9168"/>
                  <a:pt x="72" y="9180"/>
                  <a:pt x="72" y="9180"/>
                </a:cubicBezTo>
                <a:cubicBezTo>
                  <a:pt x="36" y="9227"/>
                  <a:pt x="24" y="9275"/>
                  <a:pt x="12" y="9334"/>
                </a:cubicBezTo>
                <a:lnTo>
                  <a:pt x="12" y="9358"/>
                </a:lnTo>
                <a:cubicBezTo>
                  <a:pt x="12" y="9394"/>
                  <a:pt x="0" y="9430"/>
                  <a:pt x="0" y="9477"/>
                </a:cubicBezTo>
                <a:lnTo>
                  <a:pt x="0" y="26801"/>
                </a:lnTo>
                <a:lnTo>
                  <a:pt x="0" y="26849"/>
                </a:lnTo>
                <a:lnTo>
                  <a:pt x="0" y="26884"/>
                </a:lnTo>
                <a:cubicBezTo>
                  <a:pt x="0" y="26944"/>
                  <a:pt x="12" y="26991"/>
                  <a:pt x="36" y="27051"/>
                </a:cubicBezTo>
                <a:cubicBezTo>
                  <a:pt x="60" y="27110"/>
                  <a:pt x="96" y="27158"/>
                  <a:pt x="131" y="27206"/>
                </a:cubicBezTo>
                <a:lnTo>
                  <a:pt x="155" y="27230"/>
                </a:lnTo>
                <a:cubicBezTo>
                  <a:pt x="191" y="27277"/>
                  <a:pt x="239" y="27301"/>
                  <a:pt x="274" y="27349"/>
                </a:cubicBezTo>
                <a:cubicBezTo>
                  <a:pt x="322" y="27384"/>
                  <a:pt x="370" y="27408"/>
                  <a:pt x="429" y="27420"/>
                </a:cubicBezTo>
                <a:cubicBezTo>
                  <a:pt x="441" y="27420"/>
                  <a:pt x="453" y="27444"/>
                  <a:pt x="477" y="27444"/>
                </a:cubicBezTo>
                <a:cubicBezTo>
                  <a:pt x="536" y="27456"/>
                  <a:pt x="572" y="27468"/>
                  <a:pt x="631" y="27468"/>
                </a:cubicBezTo>
                <a:lnTo>
                  <a:pt x="6037" y="27468"/>
                </a:lnTo>
                <a:cubicBezTo>
                  <a:pt x="6085" y="27468"/>
                  <a:pt x="6132" y="27468"/>
                  <a:pt x="6168" y="27456"/>
                </a:cubicBezTo>
                <a:cubicBezTo>
                  <a:pt x="6204" y="27456"/>
                  <a:pt x="6215" y="27444"/>
                  <a:pt x="6251" y="27444"/>
                </a:cubicBezTo>
                <a:cubicBezTo>
                  <a:pt x="6263" y="27444"/>
                  <a:pt x="6275" y="27420"/>
                  <a:pt x="6287" y="27420"/>
                </a:cubicBezTo>
                <a:cubicBezTo>
                  <a:pt x="6323" y="27408"/>
                  <a:pt x="6335" y="27396"/>
                  <a:pt x="6370" y="27384"/>
                </a:cubicBezTo>
                <a:cubicBezTo>
                  <a:pt x="6382" y="27361"/>
                  <a:pt x="6394" y="27361"/>
                  <a:pt x="6406" y="27361"/>
                </a:cubicBezTo>
                <a:cubicBezTo>
                  <a:pt x="6442" y="27349"/>
                  <a:pt x="6454" y="27313"/>
                  <a:pt x="6477" y="27301"/>
                </a:cubicBezTo>
                <a:lnTo>
                  <a:pt x="6513" y="27277"/>
                </a:lnTo>
                <a:lnTo>
                  <a:pt x="15348" y="18431"/>
                </a:lnTo>
                <a:cubicBezTo>
                  <a:pt x="15395" y="18395"/>
                  <a:pt x="15431" y="18347"/>
                  <a:pt x="15455" y="18300"/>
                </a:cubicBezTo>
                <a:cubicBezTo>
                  <a:pt x="15455" y="18300"/>
                  <a:pt x="15479" y="18288"/>
                  <a:pt x="15479" y="18276"/>
                </a:cubicBezTo>
                <a:cubicBezTo>
                  <a:pt x="15502" y="18228"/>
                  <a:pt x="15514" y="18169"/>
                  <a:pt x="15538" y="18109"/>
                </a:cubicBezTo>
                <a:lnTo>
                  <a:pt x="15538" y="18097"/>
                </a:lnTo>
                <a:cubicBezTo>
                  <a:pt x="15538" y="18050"/>
                  <a:pt x="15550" y="18014"/>
                  <a:pt x="15550" y="17978"/>
                </a:cubicBezTo>
                <a:lnTo>
                  <a:pt x="15550" y="667"/>
                </a:lnTo>
                <a:lnTo>
                  <a:pt x="15550" y="619"/>
                </a:lnTo>
                <a:lnTo>
                  <a:pt x="15550" y="572"/>
                </a:lnTo>
                <a:cubicBezTo>
                  <a:pt x="15550" y="512"/>
                  <a:pt x="15538" y="476"/>
                  <a:pt x="15502" y="417"/>
                </a:cubicBezTo>
                <a:cubicBezTo>
                  <a:pt x="15490" y="357"/>
                  <a:pt x="15443" y="310"/>
                  <a:pt x="15419" y="262"/>
                </a:cubicBezTo>
                <a:lnTo>
                  <a:pt x="15383" y="238"/>
                </a:lnTo>
                <a:cubicBezTo>
                  <a:pt x="15348" y="191"/>
                  <a:pt x="15312" y="155"/>
                  <a:pt x="15264" y="119"/>
                </a:cubicBezTo>
                <a:cubicBezTo>
                  <a:pt x="15217" y="83"/>
                  <a:pt x="15181" y="60"/>
                  <a:pt x="15121" y="36"/>
                </a:cubicBezTo>
                <a:cubicBezTo>
                  <a:pt x="15098" y="36"/>
                  <a:pt x="15086" y="24"/>
                  <a:pt x="15074" y="24"/>
                </a:cubicBezTo>
                <a:cubicBezTo>
                  <a:pt x="15014" y="12"/>
                  <a:pt x="14967" y="0"/>
                  <a:pt x="1490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142875" algn="bl" rotWithShape="0">
              <a:srgbClr val="4FC1F9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16"/>
          <p:cNvSpPr/>
          <p:nvPr/>
        </p:nvSpPr>
        <p:spPr>
          <a:xfrm>
            <a:off x="318250" y="2360906"/>
            <a:ext cx="329861" cy="308552"/>
          </a:xfrm>
          <a:custGeom>
            <a:avLst/>
            <a:gdLst/>
            <a:ahLst/>
            <a:cxnLst/>
            <a:rect l="l" t="t" r="r" b="b"/>
            <a:pathLst>
              <a:path w="9133" h="8543" extrusionOk="0">
                <a:moveTo>
                  <a:pt x="7481" y="0"/>
                </a:moveTo>
                <a:cubicBezTo>
                  <a:pt x="7385" y="0"/>
                  <a:pt x="7286" y="21"/>
                  <a:pt x="7191" y="65"/>
                </a:cubicBezTo>
                <a:cubicBezTo>
                  <a:pt x="6858" y="220"/>
                  <a:pt x="6727" y="601"/>
                  <a:pt x="6894" y="934"/>
                </a:cubicBezTo>
                <a:cubicBezTo>
                  <a:pt x="7715" y="2613"/>
                  <a:pt x="7382" y="4637"/>
                  <a:pt x="6060" y="5959"/>
                </a:cubicBezTo>
                <a:cubicBezTo>
                  <a:pt x="5223" y="6803"/>
                  <a:pt x="4105" y="7247"/>
                  <a:pt x="2971" y="7247"/>
                </a:cubicBezTo>
                <a:cubicBezTo>
                  <a:pt x="2314" y="7247"/>
                  <a:pt x="1652" y="7098"/>
                  <a:pt x="1036" y="6792"/>
                </a:cubicBezTo>
                <a:cubicBezTo>
                  <a:pt x="945" y="6748"/>
                  <a:pt x="848" y="6727"/>
                  <a:pt x="754" y="6727"/>
                </a:cubicBezTo>
                <a:cubicBezTo>
                  <a:pt x="515" y="6727"/>
                  <a:pt x="286" y="6860"/>
                  <a:pt x="167" y="7090"/>
                </a:cubicBezTo>
                <a:cubicBezTo>
                  <a:pt x="0" y="7411"/>
                  <a:pt x="143" y="7792"/>
                  <a:pt x="464" y="7959"/>
                </a:cubicBezTo>
                <a:cubicBezTo>
                  <a:pt x="1250" y="8340"/>
                  <a:pt x="2119" y="8542"/>
                  <a:pt x="2965" y="8542"/>
                </a:cubicBezTo>
                <a:cubicBezTo>
                  <a:pt x="4429" y="8542"/>
                  <a:pt x="5882" y="7971"/>
                  <a:pt x="6977" y="6888"/>
                </a:cubicBezTo>
                <a:cubicBezTo>
                  <a:pt x="8692" y="5173"/>
                  <a:pt x="9132" y="2554"/>
                  <a:pt x="8049" y="363"/>
                </a:cubicBezTo>
                <a:cubicBezTo>
                  <a:pt x="7946" y="133"/>
                  <a:pt x="7722" y="0"/>
                  <a:pt x="7481" y="0"/>
                </a:cubicBezTo>
                <a:close/>
              </a:path>
            </a:pathLst>
          </a:custGeom>
          <a:solidFill>
            <a:srgbClr val="4FC1F9"/>
          </a:solidFill>
          <a:ln>
            <a:noFill/>
          </a:ln>
          <a:effectLst>
            <a:outerShdw blurRad="142875" algn="bl" rotWithShape="0">
              <a:schemeClr val="accent3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16"/>
          <p:cNvSpPr/>
          <p:nvPr/>
        </p:nvSpPr>
        <p:spPr>
          <a:xfrm flipH="1">
            <a:off x="8713973" y="3102444"/>
            <a:ext cx="152700" cy="152100"/>
          </a:xfrm>
          <a:prstGeom prst="ellipse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algn="bl" rotWithShape="0">
              <a:schemeClr val="l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16"/>
          <p:cNvSpPr/>
          <p:nvPr/>
        </p:nvSpPr>
        <p:spPr>
          <a:xfrm flipH="1">
            <a:off x="-43625" y="2208800"/>
            <a:ext cx="152700" cy="152100"/>
          </a:xfrm>
          <a:prstGeom prst="ellipse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algn="bl" rotWithShape="0">
              <a:schemeClr val="l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16"/>
          <p:cNvSpPr txBox="1">
            <a:spLocks noGrp="1"/>
          </p:cNvSpPr>
          <p:nvPr>
            <p:ph type="title"/>
          </p:nvPr>
        </p:nvSpPr>
        <p:spPr>
          <a:xfrm>
            <a:off x="713100" y="445025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16"/>
          <p:cNvSpPr txBox="1">
            <a:spLocks noGrp="1"/>
          </p:cNvSpPr>
          <p:nvPr>
            <p:ph type="subTitle" idx="1"/>
          </p:nvPr>
        </p:nvSpPr>
        <p:spPr>
          <a:xfrm>
            <a:off x="1931025" y="1793800"/>
            <a:ext cx="13626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Orbitron"/>
              <a:buNone/>
              <a:defRPr sz="1800" b="1"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Font typeface="Orbitron"/>
              <a:buNone/>
              <a:defRPr sz="1800" b="1">
                <a:latin typeface="Orbitron"/>
                <a:ea typeface="Orbitron"/>
                <a:cs typeface="Orbitron"/>
                <a:sym typeface="Orbitron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Font typeface="Orbitron"/>
              <a:buNone/>
              <a:defRPr sz="1800" b="1">
                <a:latin typeface="Orbitron"/>
                <a:ea typeface="Orbitron"/>
                <a:cs typeface="Orbitron"/>
                <a:sym typeface="Orbitron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Font typeface="Orbitron"/>
              <a:buNone/>
              <a:defRPr sz="1800" b="1">
                <a:latin typeface="Orbitron"/>
                <a:ea typeface="Orbitron"/>
                <a:cs typeface="Orbitron"/>
                <a:sym typeface="Orbitron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Font typeface="Orbitron"/>
              <a:buNone/>
              <a:defRPr sz="1800" b="1">
                <a:latin typeface="Orbitron"/>
                <a:ea typeface="Orbitron"/>
                <a:cs typeface="Orbitron"/>
                <a:sym typeface="Orbitron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Font typeface="Orbitron"/>
              <a:buNone/>
              <a:defRPr sz="1800" b="1">
                <a:latin typeface="Orbitron"/>
                <a:ea typeface="Orbitron"/>
                <a:cs typeface="Orbitron"/>
                <a:sym typeface="Orbitron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Font typeface="Orbitron"/>
              <a:buNone/>
              <a:defRPr sz="1800" b="1">
                <a:latin typeface="Orbitron"/>
                <a:ea typeface="Orbitron"/>
                <a:cs typeface="Orbitron"/>
                <a:sym typeface="Orbitron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Font typeface="Orbitron"/>
              <a:buNone/>
              <a:defRPr sz="1800" b="1">
                <a:latin typeface="Orbitron"/>
                <a:ea typeface="Orbitron"/>
                <a:cs typeface="Orbitron"/>
                <a:sym typeface="Orbitron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Font typeface="Orbitron"/>
              <a:buNone/>
              <a:defRPr sz="1800" b="1"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endParaRPr/>
          </a:p>
        </p:txBody>
      </p:sp>
      <p:sp>
        <p:nvSpPr>
          <p:cNvPr id="129" name="Google Shape;129;p16"/>
          <p:cNvSpPr txBox="1">
            <a:spLocks noGrp="1"/>
          </p:cNvSpPr>
          <p:nvPr>
            <p:ph type="subTitle" idx="2"/>
          </p:nvPr>
        </p:nvSpPr>
        <p:spPr>
          <a:xfrm>
            <a:off x="1224687" y="2421850"/>
            <a:ext cx="2770500" cy="117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16"/>
          <p:cNvSpPr txBox="1">
            <a:spLocks noGrp="1"/>
          </p:cNvSpPr>
          <p:nvPr>
            <p:ph type="subTitle" idx="3"/>
          </p:nvPr>
        </p:nvSpPr>
        <p:spPr>
          <a:xfrm>
            <a:off x="5875575" y="1793800"/>
            <a:ext cx="13626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Orbitron"/>
              <a:buNone/>
              <a:defRPr sz="1800" b="1"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Font typeface="Orbitron"/>
              <a:buNone/>
              <a:defRPr sz="1800" b="1">
                <a:latin typeface="Orbitron"/>
                <a:ea typeface="Orbitron"/>
                <a:cs typeface="Orbitron"/>
                <a:sym typeface="Orbitron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Font typeface="Orbitron"/>
              <a:buNone/>
              <a:defRPr sz="1800" b="1">
                <a:latin typeface="Orbitron"/>
                <a:ea typeface="Orbitron"/>
                <a:cs typeface="Orbitron"/>
                <a:sym typeface="Orbitron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Font typeface="Orbitron"/>
              <a:buNone/>
              <a:defRPr sz="1800" b="1">
                <a:latin typeface="Orbitron"/>
                <a:ea typeface="Orbitron"/>
                <a:cs typeface="Orbitron"/>
                <a:sym typeface="Orbitron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Font typeface="Orbitron"/>
              <a:buNone/>
              <a:defRPr sz="1800" b="1">
                <a:latin typeface="Orbitron"/>
                <a:ea typeface="Orbitron"/>
                <a:cs typeface="Orbitron"/>
                <a:sym typeface="Orbitron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Font typeface="Orbitron"/>
              <a:buNone/>
              <a:defRPr sz="1800" b="1">
                <a:latin typeface="Orbitron"/>
                <a:ea typeface="Orbitron"/>
                <a:cs typeface="Orbitron"/>
                <a:sym typeface="Orbitron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Font typeface="Orbitron"/>
              <a:buNone/>
              <a:defRPr sz="1800" b="1">
                <a:latin typeface="Orbitron"/>
                <a:ea typeface="Orbitron"/>
                <a:cs typeface="Orbitron"/>
                <a:sym typeface="Orbitron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Font typeface="Orbitron"/>
              <a:buNone/>
              <a:defRPr sz="1800" b="1">
                <a:latin typeface="Orbitron"/>
                <a:ea typeface="Orbitron"/>
                <a:cs typeface="Orbitron"/>
                <a:sym typeface="Orbitron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Font typeface="Orbitron"/>
              <a:buNone/>
              <a:defRPr sz="1800" b="1"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endParaRPr/>
          </a:p>
        </p:txBody>
      </p:sp>
      <p:sp>
        <p:nvSpPr>
          <p:cNvPr id="131" name="Google Shape;131;p16"/>
          <p:cNvSpPr txBox="1">
            <a:spLocks noGrp="1"/>
          </p:cNvSpPr>
          <p:nvPr>
            <p:ph type="subTitle" idx="4"/>
          </p:nvPr>
        </p:nvSpPr>
        <p:spPr>
          <a:xfrm>
            <a:off x="5174037" y="2421850"/>
            <a:ext cx="2770500" cy="117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chemeClr val="accent6"/>
            </a:gs>
            <a:gs pos="65000">
              <a:schemeClr val="accent5"/>
            </a:gs>
            <a:gs pos="100000">
              <a:schemeClr val="accent4"/>
            </a:gs>
          </a:gsLst>
          <a:lin ang="5400012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100" y="445025"/>
            <a:ext cx="7717800" cy="572700"/>
          </a:xfrm>
          <a:prstGeom prst="rect">
            <a:avLst/>
          </a:prstGeom>
          <a:noFill/>
          <a:ln>
            <a:noFill/>
          </a:ln>
          <a:effectLst>
            <a:outerShdw blurRad="57150" algn="bl" rotWithShape="0">
              <a:srgbClr val="FFFFFF"/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rbitron"/>
              <a:buNone/>
              <a:defRPr sz="2800" b="1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rbitron"/>
              <a:buNone/>
              <a:defRPr sz="2800" b="1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rbitron"/>
              <a:buNone/>
              <a:defRPr sz="2800" b="1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rbitron"/>
              <a:buNone/>
              <a:defRPr sz="2800" b="1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rbitron"/>
              <a:buNone/>
              <a:defRPr sz="2800" b="1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rbitron"/>
              <a:buNone/>
              <a:defRPr sz="2800" b="1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rbitron"/>
              <a:buNone/>
              <a:defRPr sz="2800" b="1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rbitron"/>
              <a:buNone/>
              <a:defRPr sz="2800" b="1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rbitron"/>
              <a:buNone/>
              <a:defRPr sz="2800" b="1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100" y="1152475"/>
            <a:ext cx="7717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"/>
              <a:buChar char="●"/>
              <a:defRPr sz="16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914400" lvl="1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"/>
              <a:buChar char="○"/>
              <a:defRPr sz="16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1371600" lvl="2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"/>
              <a:buChar char="■"/>
              <a:defRPr sz="16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L="1828800" lvl="3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"/>
              <a:buChar char="●"/>
              <a:defRPr sz="16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L="2286000" lvl="4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"/>
              <a:buChar char="○"/>
              <a:defRPr sz="16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L="2743200" lvl="5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"/>
              <a:buChar char="■"/>
              <a:defRPr sz="16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L="3200400" lvl="6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"/>
              <a:buChar char="●"/>
              <a:defRPr sz="16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L="3657600" lvl="7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"/>
              <a:buChar char="○"/>
              <a:defRPr sz="16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L="4114800" lvl="8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"/>
              <a:buChar char="■"/>
              <a:defRPr sz="16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3" r:id="rId3"/>
    <p:sldLayoutId id="2147483658" r:id="rId4"/>
    <p:sldLayoutId id="2147483660" r:id="rId5"/>
    <p:sldLayoutId id="2147483661" r:id="rId6"/>
    <p:sldLayoutId id="2147483662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/>
            </a:gs>
            <a:gs pos="47000">
              <a:schemeClr val="accent5"/>
            </a:gs>
            <a:gs pos="100000">
              <a:schemeClr val="accent4"/>
            </a:gs>
          </a:gsLst>
          <a:lin ang="5400012" scaled="0"/>
        </a:gradFill>
        <a:effectLst/>
      </p:bgPr>
    </p:bg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1"/>
          <p:cNvSpPr/>
          <p:nvPr/>
        </p:nvSpPr>
        <p:spPr>
          <a:xfrm>
            <a:off x="1395725" y="862350"/>
            <a:ext cx="6352500" cy="3418800"/>
          </a:xfrm>
          <a:prstGeom prst="roundRect">
            <a:avLst>
              <a:gd name="adj" fmla="val 16983"/>
            </a:avLst>
          </a:prstGeom>
          <a:solidFill>
            <a:srgbClr val="0F1524">
              <a:alpha val="240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31"/>
          <p:cNvSpPr/>
          <p:nvPr/>
        </p:nvSpPr>
        <p:spPr>
          <a:xfrm>
            <a:off x="1511799" y="970650"/>
            <a:ext cx="6236425" cy="3881766"/>
          </a:xfrm>
          <a:prstGeom prst="roundRect">
            <a:avLst>
              <a:gd name="adj" fmla="val 15644"/>
            </a:avLst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blurRad="142875" dist="19050" dir="5400000" algn="bl" rotWithShape="0">
              <a:schemeClr val="accent2">
                <a:alpha val="62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31"/>
          <p:cNvSpPr txBox="1">
            <a:spLocks noGrp="1"/>
          </p:cNvSpPr>
          <p:nvPr>
            <p:ph type="ctrTitle"/>
          </p:nvPr>
        </p:nvSpPr>
        <p:spPr>
          <a:xfrm>
            <a:off x="1063751" y="1120553"/>
            <a:ext cx="7443199" cy="1839321"/>
          </a:xfrm>
          <a:prstGeom prst="rect">
            <a:avLst/>
          </a:prstGeom>
          <a:effectLst>
            <a:outerShdw blurRad="571500" algn="bl" rotWithShape="0">
              <a:schemeClr val="lt1">
                <a:alpha val="60000"/>
              </a:scheme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 dirty="0"/>
              <a:t>DeadZone</a:t>
            </a:r>
            <a:endParaRPr sz="9600" dirty="0"/>
          </a:p>
        </p:txBody>
      </p:sp>
      <p:sp>
        <p:nvSpPr>
          <p:cNvPr id="328" name="Google Shape;328;p31"/>
          <p:cNvSpPr txBox="1">
            <a:spLocks noGrp="1"/>
          </p:cNvSpPr>
          <p:nvPr>
            <p:ph type="subTitle" idx="1"/>
          </p:nvPr>
        </p:nvSpPr>
        <p:spPr>
          <a:xfrm>
            <a:off x="-1170188" y="2901683"/>
            <a:ext cx="7717799" cy="10016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dirty="0"/>
              <a:t>           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IN" dirty="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dirty="0"/>
              <a:t>                  </a:t>
            </a:r>
            <a:r>
              <a:rPr lang="en-IN" dirty="0"/>
              <a:t>TEAM MEMBERS: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                                     Aiswarya PS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                                Dilsha PP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                                               Amitha c Agnel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                             Anjana C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</p:txBody>
      </p:sp>
      <p:sp>
        <p:nvSpPr>
          <p:cNvPr id="329" name="Google Shape;329;p31"/>
          <p:cNvSpPr txBox="1">
            <a:spLocks noGrp="1"/>
          </p:cNvSpPr>
          <p:nvPr>
            <p:ph type="ctrTitle"/>
          </p:nvPr>
        </p:nvSpPr>
        <p:spPr>
          <a:xfrm>
            <a:off x="1962150" y="2739800"/>
            <a:ext cx="4926330" cy="329995"/>
          </a:xfrm>
          <a:prstGeom prst="rect">
            <a:avLst/>
          </a:prstGeom>
          <a:effectLst>
            <a:outerShdw blurRad="128588" algn="bl" rotWithShape="0">
              <a:schemeClr val="accent3">
                <a:alpha val="68000"/>
              </a:scheme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accent3"/>
                </a:solidFill>
              </a:rPr>
              <a:t>Academic Productivity Loss Dectector</a:t>
            </a:r>
            <a:endParaRPr sz="1600" dirty="0">
              <a:solidFill>
                <a:schemeClr val="accent3"/>
              </a:solidFill>
            </a:endParaRPr>
          </a:p>
        </p:txBody>
      </p:sp>
      <p:grpSp>
        <p:nvGrpSpPr>
          <p:cNvPr id="330" name="Google Shape;330;p31"/>
          <p:cNvGrpSpPr/>
          <p:nvPr/>
        </p:nvGrpSpPr>
        <p:grpSpPr>
          <a:xfrm>
            <a:off x="2152725" y="2985800"/>
            <a:ext cx="4838550" cy="47700"/>
            <a:chOff x="2152650" y="2608200"/>
            <a:chExt cx="4838550" cy="47700"/>
          </a:xfrm>
        </p:grpSpPr>
        <p:sp>
          <p:nvSpPr>
            <p:cNvPr id="331" name="Google Shape;331;p31"/>
            <p:cNvSpPr/>
            <p:nvPr/>
          </p:nvSpPr>
          <p:spPr>
            <a:xfrm>
              <a:off x="5905500" y="2608200"/>
              <a:ext cx="1085700" cy="477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>
              <a:outerShdw blurRad="142875" algn="bl" rotWithShape="0">
                <a:schemeClr val="accent3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31"/>
            <p:cNvSpPr/>
            <p:nvPr/>
          </p:nvSpPr>
          <p:spPr>
            <a:xfrm>
              <a:off x="2152650" y="2608200"/>
              <a:ext cx="1085700" cy="477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>
              <a:outerShdw blurRad="142875" algn="bl" rotWithShape="0">
                <a:schemeClr val="accent3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3" name="Google Shape;333;p31"/>
          <p:cNvGrpSpPr/>
          <p:nvPr/>
        </p:nvGrpSpPr>
        <p:grpSpPr>
          <a:xfrm>
            <a:off x="-222952" y="2072425"/>
            <a:ext cx="9608725" cy="2533246"/>
            <a:chOff x="-222952" y="2072425"/>
            <a:chExt cx="9608725" cy="2533246"/>
          </a:xfrm>
        </p:grpSpPr>
        <p:sp>
          <p:nvSpPr>
            <p:cNvPr id="334" name="Google Shape;334;p31"/>
            <p:cNvSpPr/>
            <p:nvPr/>
          </p:nvSpPr>
          <p:spPr>
            <a:xfrm>
              <a:off x="2029200" y="3484198"/>
              <a:ext cx="450281" cy="422028"/>
            </a:xfrm>
            <a:custGeom>
              <a:avLst/>
              <a:gdLst/>
              <a:ahLst/>
              <a:cxnLst/>
              <a:rect l="l" t="t" r="r" b="b"/>
              <a:pathLst>
                <a:path w="9121" h="8550" extrusionOk="0">
                  <a:moveTo>
                    <a:pt x="1655" y="0"/>
                  </a:moveTo>
                  <a:cubicBezTo>
                    <a:pt x="1420" y="0"/>
                    <a:pt x="1190" y="135"/>
                    <a:pt x="1072" y="370"/>
                  </a:cubicBezTo>
                  <a:cubicBezTo>
                    <a:pt x="1" y="2561"/>
                    <a:pt x="441" y="5180"/>
                    <a:pt x="2144" y="6883"/>
                  </a:cubicBezTo>
                  <a:cubicBezTo>
                    <a:pt x="3239" y="7990"/>
                    <a:pt x="4680" y="8550"/>
                    <a:pt x="6156" y="8550"/>
                  </a:cubicBezTo>
                  <a:cubicBezTo>
                    <a:pt x="7013" y="8550"/>
                    <a:pt x="7859" y="8359"/>
                    <a:pt x="8668" y="7954"/>
                  </a:cubicBezTo>
                  <a:cubicBezTo>
                    <a:pt x="8990" y="7811"/>
                    <a:pt x="9121" y="7418"/>
                    <a:pt x="8966" y="7097"/>
                  </a:cubicBezTo>
                  <a:cubicBezTo>
                    <a:pt x="8857" y="6862"/>
                    <a:pt x="8634" y="6727"/>
                    <a:pt x="8396" y="6727"/>
                  </a:cubicBezTo>
                  <a:cubicBezTo>
                    <a:pt x="8297" y="6727"/>
                    <a:pt x="8195" y="6750"/>
                    <a:pt x="8097" y="6799"/>
                  </a:cubicBezTo>
                  <a:cubicBezTo>
                    <a:pt x="7483" y="7099"/>
                    <a:pt x="6824" y="7245"/>
                    <a:pt x="6170" y="7245"/>
                  </a:cubicBezTo>
                  <a:cubicBezTo>
                    <a:pt x="5033" y="7245"/>
                    <a:pt x="3911" y="6805"/>
                    <a:pt x="3072" y="5966"/>
                  </a:cubicBezTo>
                  <a:cubicBezTo>
                    <a:pt x="1751" y="4644"/>
                    <a:pt x="1405" y="2620"/>
                    <a:pt x="2239" y="930"/>
                  </a:cubicBezTo>
                  <a:cubicBezTo>
                    <a:pt x="2394" y="620"/>
                    <a:pt x="2263" y="239"/>
                    <a:pt x="1941" y="72"/>
                  </a:cubicBezTo>
                  <a:cubicBezTo>
                    <a:pt x="1850" y="23"/>
                    <a:pt x="1752" y="0"/>
                    <a:pt x="165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157163" algn="bl" rotWithShape="0">
                <a:schemeClr val="l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31"/>
            <p:cNvSpPr/>
            <p:nvPr/>
          </p:nvSpPr>
          <p:spPr>
            <a:xfrm rot="-1865389">
              <a:off x="682976" y="3370811"/>
              <a:ext cx="659200" cy="1098463"/>
            </a:xfrm>
            <a:custGeom>
              <a:avLst/>
              <a:gdLst/>
              <a:ahLst/>
              <a:cxnLst/>
              <a:rect l="l" t="t" r="r" b="b"/>
              <a:pathLst>
                <a:path w="18385" h="30636" extrusionOk="0">
                  <a:moveTo>
                    <a:pt x="9645" y="2692"/>
                  </a:moveTo>
                  <a:lnTo>
                    <a:pt x="16598" y="14669"/>
                  </a:lnTo>
                  <a:lnTo>
                    <a:pt x="8466" y="14669"/>
                  </a:lnTo>
                  <a:lnTo>
                    <a:pt x="9371" y="5454"/>
                  </a:lnTo>
                  <a:lnTo>
                    <a:pt x="9645" y="2692"/>
                  </a:lnTo>
                  <a:close/>
                  <a:moveTo>
                    <a:pt x="8264" y="3537"/>
                  </a:moveTo>
                  <a:lnTo>
                    <a:pt x="8026" y="5990"/>
                  </a:lnTo>
                  <a:lnTo>
                    <a:pt x="7180" y="14681"/>
                  </a:lnTo>
                  <a:lnTo>
                    <a:pt x="1799" y="14681"/>
                  </a:lnTo>
                  <a:lnTo>
                    <a:pt x="8264" y="3537"/>
                  </a:lnTo>
                  <a:close/>
                  <a:moveTo>
                    <a:pt x="7180" y="15979"/>
                  </a:moveTo>
                  <a:lnTo>
                    <a:pt x="8026" y="24671"/>
                  </a:lnTo>
                  <a:lnTo>
                    <a:pt x="8264" y="27123"/>
                  </a:lnTo>
                  <a:lnTo>
                    <a:pt x="1799" y="15979"/>
                  </a:lnTo>
                  <a:close/>
                  <a:moveTo>
                    <a:pt x="16598" y="15979"/>
                  </a:moveTo>
                  <a:lnTo>
                    <a:pt x="9645" y="27957"/>
                  </a:lnTo>
                  <a:lnTo>
                    <a:pt x="9383" y="25194"/>
                  </a:lnTo>
                  <a:lnTo>
                    <a:pt x="8466" y="15979"/>
                  </a:lnTo>
                  <a:close/>
                  <a:moveTo>
                    <a:pt x="9050" y="1"/>
                  </a:moveTo>
                  <a:cubicBezTo>
                    <a:pt x="9038" y="1"/>
                    <a:pt x="9014" y="13"/>
                    <a:pt x="9002" y="13"/>
                  </a:cubicBezTo>
                  <a:cubicBezTo>
                    <a:pt x="8978" y="25"/>
                    <a:pt x="8942" y="25"/>
                    <a:pt x="8919" y="37"/>
                  </a:cubicBezTo>
                  <a:cubicBezTo>
                    <a:pt x="8883" y="60"/>
                    <a:pt x="8859" y="72"/>
                    <a:pt x="8811" y="96"/>
                  </a:cubicBezTo>
                  <a:cubicBezTo>
                    <a:pt x="8776" y="120"/>
                    <a:pt x="8764" y="132"/>
                    <a:pt x="8740" y="156"/>
                  </a:cubicBezTo>
                  <a:cubicBezTo>
                    <a:pt x="8704" y="191"/>
                    <a:pt x="8680" y="215"/>
                    <a:pt x="8669" y="251"/>
                  </a:cubicBezTo>
                  <a:lnTo>
                    <a:pt x="8621" y="298"/>
                  </a:lnTo>
                  <a:lnTo>
                    <a:pt x="96" y="15003"/>
                  </a:lnTo>
                  <a:cubicBezTo>
                    <a:pt x="72" y="15015"/>
                    <a:pt x="72" y="15026"/>
                    <a:pt x="72" y="15038"/>
                  </a:cubicBezTo>
                  <a:cubicBezTo>
                    <a:pt x="60" y="15074"/>
                    <a:pt x="48" y="15122"/>
                    <a:pt x="37" y="15146"/>
                  </a:cubicBezTo>
                  <a:cubicBezTo>
                    <a:pt x="37" y="15181"/>
                    <a:pt x="37" y="15193"/>
                    <a:pt x="13" y="15217"/>
                  </a:cubicBezTo>
                  <a:cubicBezTo>
                    <a:pt x="13" y="15253"/>
                    <a:pt x="1" y="15277"/>
                    <a:pt x="1" y="15312"/>
                  </a:cubicBezTo>
                  <a:cubicBezTo>
                    <a:pt x="1" y="15336"/>
                    <a:pt x="13" y="15372"/>
                    <a:pt x="13" y="15396"/>
                  </a:cubicBezTo>
                  <a:cubicBezTo>
                    <a:pt x="13" y="15431"/>
                    <a:pt x="13" y="15443"/>
                    <a:pt x="37" y="15479"/>
                  </a:cubicBezTo>
                  <a:cubicBezTo>
                    <a:pt x="48" y="15515"/>
                    <a:pt x="60" y="15550"/>
                    <a:pt x="72" y="15574"/>
                  </a:cubicBezTo>
                  <a:cubicBezTo>
                    <a:pt x="72" y="15598"/>
                    <a:pt x="96" y="15610"/>
                    <a:pt x="96" y="15622"/>
                  </a:cubicBezTo>
                  <a:lnTo>
                    <a:pt x="8621" y="30326"/>
                  </a:lnTo>
                  <a:cubicBezTo>
                    <a:pt x="8633" y="30362"/>
                    <a:pt x="8645" y="30374"/>
                    <a:pt x="8669" y="30386"/>
                  </a:cubicBezTo>
                  <a:lnTo>
                    <a:pt x="8704" y="30433"/>
                  </a:lnTo>
                  <a:cubicBezTo>
                    <a:pt x="8740" y="30481"/>
                    <a:pt x="8776" y="30505"/>
                    <a:pt x="8823" y="30540"/>
                  </a:cubicBezTo>
                  <a:cubicBezTo>
                    <a:pt x="8835" y="30540"/>
                    <a:pt x="8835" y="30552"/>
                    <a:pt x="8859" y="30552"/>
                  </a:cubicBezTo>
                  <a:cubicBezTo>
                    <a:pt x="8919" y="30576"/>
                    <a:pt x="8978" y="30612"/>
                    <a:pt x="9038" y="30624"/>
                  </a:cubicBezTo>
                  <a:lnTo>
                    <a:pt x="9050" y="30624"/>
                  </a:lnTo>
                  <a:cubicBezTo>
                    <a:pt x="9097" y="30636"/>
                    <a:pt x="9133" y="30636"/>
                    <a:pt x="9181" y="30636"/>
                  </a:cubicBezTo>
                  <a:cubicBezTo>
                    <a:pt x="9240" y="30636"/>
                    <a:pt x="9300" y="30624"/>
                    <a:pt x="9359" y="30612"/>
                  </a:cubicBezTo>
                  <a:lnTo>
                    <a:pt x="9371" y="30612"/>
                  </a:lnTo>
                  <a:cubicBezTo>
                    <a:pt x="9395" y="30612"/>
                    <a:pt x="9395" y="30600"/>
                    <a:pt x="9407" y="30600"/>
                  </a:cubicBezTo>
                  <a:cubicBezTo>
                    <a:pt x="9454" y="30576"/>
                    <a:pt x="9490" y="30552"/>
                    <a:pt x="9538" y="30516"/>
                  </a:cubicBezTo>
                  <a:lnTo>
                    <a:pt x="9585" y="30481"/>
                  </a:lnTo>
                  <a:cubicBezTo>
                    <a:pt x="9621" y="30445"/>
                    <a:pt x="9657" y="30421"/>
                    <a:pt x="9693" y="30374"/>
                  </a:cubicBezTo>
                  <a:cubicBezTo>
                    <a:pt x="9704" y="30362"/>
                    <a:pt x="9716" y="30338"/>
                    <a:pt x="9716" y="30326"/>
                  </a:cubicBezTo>
                  <a:cubicBezTo>
                    <a:pt x="9752" y="30362"/>
                    <a:pt x="9752" y="30362"/>
                    <a:pt x="9764" y="30362"/>
                  </a:cubicBezTo>
                  <a:lnTo>
                    <a:pt x="18289" y="15658"/>
                  </a:lnTo>
                  <a:cubicBezTo>
                    <a:pt x="18301" y="15634"/>
                    <a:pt x="18301" y="15622"/>
                    <a:pt x="18301" y="15610"/>
                  </a:cubicBezTo>
                  <a:cubicBezTo>
                    <a:pt x="18325" y="15574"/>
                    <a:pt x="18336" y="15527"/>
                    <a:pt x="18348" y="15503"/>
                  </a:cubicBezTo>
                  <a:cubicBezTo>
                    <a:pt x="18348" y="15479"/>
                    <a:pt x="18348" y="15455"/>
                    <a:pt x="18360" y="15431"/>
                  </a:cubicBezTo>
                  <a:cubicBezTo>
                    <a:pt x="18360" y="15396"/>
                    <a:pt x="18384" y="15372"/>
                    <a:pt x="18384" y="15336"/>
                  </a:cubicBezTo>
                  <a:cubicBezTo>
                    <a:pt x="18384" y="15312"/>
                    <a:pt x="18360" y="15277"/>
                    <a:pt x="18360" y="15253"/>
                  </a:cubicBezTo>
                  <a:cubicBezTo>
                    <a:pt x="18360" y="15217"/>
                    <a:pt x="18360" y="15205"/>
                    <a:pt x="18348" y="15181"/>
                  </a:cubicBezTo>
                  <a:cubicBezTo>
                    <a:pt x="18336" y="15134"/>
                    <a:pt x="18325" y="15098"/>
                    <a:pt x="18301" y="15074"/>
                  </a:cubicBezTo>
                  <a:cubicBezTo>
                    <a:pt x="18301" y="15062"/>
                    <a:pt x="18289" y="15038"/>
                    <a:pt x="18289" y="15026"/>
                  </a:cubicBezTo>
                  <a:lnTo>
                    <a:pt x="9764" y="322"/>
                  </a:lnTo>
                  <a:lnTo>
                    <a:pt x="9752" y="310"/>
                  </a:lnTo>
                  <a:cubicBezTo>
                    <a:pt x="9740" y="275"/>
                    <a:pt x="9704" y="263"/>
                    <a:pt x="9693" y="239"/>
                  </a:cubicBezTo>
                  <a:cubicBezTo>
                    <a:pt x="9657" y="203"/>
                    <a:pt x="9645" y="179"/>
                    <a:pt x="9621" y="144"/>
                  </a:cubicBezTo>
                  <a:cubicBezTo>
                    <a:pt x="9597" y="132"/>
                    <a:pt x="9573" y="120"/>
                    <a:pt x="9538" y="96"/>
                  </a:cubicBezTo>
                  <a:cubicBezTo>
                    <a:pt x="9514" y="72"/>
                    <a:pt x="9466" y="60"/>
                    <a:pt x="9419" y="37"/>
                  </a:cubicBezTo>
                  <a:cubicBezTo>
                    <a:pt x="9407" y="37"/>
                    <a:pt x="9407" y="25"/>
                    <a:pt x="9395" y="25"/>
                  </a:cubicBezTo>
                  <a:cubicBezTo>
                    <a:pt x="9383" y="25"/>
                    <a:pt x="9347" y="25"/>
                    <a:pt x="9335" y="13"/>
                  </a:cubicBezTo>
                  <a:cubicBezTo>
                    <a:pt x="9288" y="1"/>
                    <a:pt x="9264" y="1"/>
                    <a:pt x="921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114300" algn="bl" rotWithShape="0">
                <a:schemeClr val="l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31"/>
            <p:cNvSpPr/>
            <p:nvPr/>
          </p:nvSpPr>
          <p:spPr>
            <a:xfrm rot="1650173">
              <a:off x="424099" y="2536785"/>
              <a:ext cx="55480" cy="512873"/>
            </a:xfrm>
            <a:custGeom>
              <a:avLst/>
              <a:gdLst/>
              <a:ahLst/>
              <a:cxnLst/>
              <a:rect l="l" t="t" r="r" b="b"/>
              <a:pathLst>
                <a:path w="1310" h="12110" extrusionOk="0">
                  <a:moveTo>
                    <a:pt x="655" y="0"/>
                  </a:moveTo>
                  <a:cubicBezTo>
                    <a:pt x="298" y="0"/>
                    <a:pt x="0" y="298"/>
                    <a:pt x="0" y="655"/>
                  </a:cubicBezTo>
                  <a:lnTo>
                    <a:pt x="0" y="11454"/>
                  </a:lnTo>
                  <a:cubicBezTo>
                    <a:pt x="0" y="11811"/>
                    <a:pt x="298" y="12109"/>
                    <a:pt x="655" y="12109"/>
                  </a:cubicBezTo>
                  <a:cubicBezTo>
                    <a:pt x="1012" y="12109"/>
                    <a:pt x="1310" y="11811"/>
                    <a:pt x="1310" y="11454"/>
                  </a:cubicBezTo>
                  <a:lnTo>
                    <a:pt x="1310" y="655"/>
                  </a:lnTo>
                  <a:cubicBezTo>
                    <a:pt x="1310" y="298"/>
                    <a:pt x="1036" y="0"/>
                    <a:pt x="65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100013" algn="bl" rotWithShape="0">
                <a:schemeClr val="l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31"/>
            <p:cNvSpPr/>
            <p:nvPr/>
          </p:nvSpPr>
          <p:spPr>
            <a:xfrm rot="1083225">
              <a:off x="7343877" y="3384272"/>
              <a:ext cx="650407" cy="1148898"/>
            </a:xfrm>
            <a:custGeom>
              <a:avLst/>
              <a:gdLst/>
              <a:ahLst/>
              <a:cxnLst/>
              <a:rect l="l" t="t" r="r" b="b"/>
              <a:pathLst>
                <a:path w="15550" h="27468" extrusionOk="0">
                  <a:moveTo>
                    <a:pt x="13335" y="1310"/>
                  </a:moveTo>
                  <a:lnTo>
                    <a:pt x="10145" y="4489"/>
                  </a:lnTo>
                  <a:lnTo>
                    <a:pt x="10145" y="1310"/>
                  </a:lnTo>
                  <a:close/>
                  <a:moveTo>
                    <a:pt x="8835" y="2226"/>
                  </a:moveTo>
                  <a:lnTo>
                    <a:pt x="8835" y="5798"/>
                  </a:lnTo>
                  <a:lnTo>
                    <a:pt x="5787" y="8846"/>
                  </a:lnTo>
                  <a:lnTo>
                    <a:pt x="2215" y="8846"/>
                  </a:lnTo>
                  <a:lnTo>
                    <a:pt x="8835" y="2226"/>
                  </a:lnTo>
                  <a:close/>
                  <a:moveTo>
                    <a:pt x="14240" y="2226"/>
                  </a:moveTo>
                  <a:lnTo>
                    <a:pt x="14240" y="17335"/>
                  </a:lnTo>
                  <a:lnTo>
                    <a:pt x="10133" y="17335"/>
                  </a:lnTo>
                  <a:lnTo>
                    <a:pt x="10133" y="6334"/>
                  </a:lnTo>
                  <a:lnTo>
                    <a:pt x="14240" y="2226"/>
                  </a:lnTo>
                  <a:close/>
                  <a:moveTo>
                    <a:pt x="8835" y="7644"/>
                  </a:moveTo>
                  <a:lnTo>
                    <a:pt x="8835" y="17716"/>
                  </a:lnTo>
                  <a:lnTo>
                    <a:pt x="6704" y="19848"/>
                  </a:lnTo>
                  <a:lnTo>
                    <a:pt x="6704" y="9775"/>
                  </a:lnTo>
                  <a:lnTo>
                    <a:pt x="8835" y="7644"/>
                  </a:lnTo>
                  <a:close/>
                  <a:moveTo>
                    <a:pt x="5418" y="10144"/>
                  </a:moveTo>
                  <a:lnTo>
                    <a:pt x="5418" y="21145"/>
                  </a:lnTo>
                  <a:lnTo>
                    <a:pt x="1310" y="25253"/>
                  </a:lnTo>
                  <a:lnTo>
                    <a:pt x="1310" y="10144"/>
                  </a:lnTo>
                  <a:close/>
                  <a:moveTo>
                    <a:pt x="13335" y="18633"/>
                  </a:moveTo>
                  <a:lnTo>
                    <a:pt x="6704" y="25253"/>
                  </a:lnTo>
                  <a:lnTo>
                    <a:pt x="6704" y="21681"/>
                  </a:lnTo>
                  <a:lnTo>
                    <a:pt x="9764" y="18633"/>
                  </a:lnTo>
                  <a:close/>
                  <a:moveTo>
                    <a:pt x="5418" y="22991"/>
                  </a:moveTo>
                  <a:lnTo>
                    <a:pt x="5418" y="26170"/>
                  </a:lnTo>
                  <a:lnTo>
                    <a:pt x="2227" y="26170"/>
                  </a:lnTo>
                  <a:lnTo>
                    <a:pt x="5418" y="22991"/>
                  </a:lnTo>
                  <a:close/>
                  <a:moveTo>
                    <a:pt x="9502" y="0"/>
                  </a:moveTo>
                  <a:cubicBezTo>
                    <a:pt x="9466" y="0"/>
                    <a:pt x="9418" y="0"/>
                    <a:pt x="9371" y="12"/>
                  </a:cubicBezTo>
                  <a:cubicBezTo>
                    <a:pt x="9347" y="12"/>
                    <a:pt x="9323" y="24"/>
                    <a:pt x="9299" y="24"/>
                  </a:cubicBezTo>
                  <a:cubicBezTo>
                    <a:pt x="9287" y="24"/>
                    <a:pt x="9263" y="36"/>
                    <a:pt x="9252" y="36"/>
                  </a:cubicBezTo>
                  <a:cubicBezTo>
                    <a:pt x="9228" y="48"/>
                    <a:pt x="9204" y="71"/>
                    <a:pt x="9180" y="83"/>
                  </a:cubicBezTo>
                  <a:cubicBezTo>
                    <a:pt x="9168" y="83"/>
                    <a:pt x="9144" y="95"/>
                    <a:pt x="9133" y="95"/>
                  </a:cubicBezTo>
                  <a:cubicBezTo>
                    <a:pt x="9109" y="107"/>
                    <a:pt x="9085" y="143"/>
                    <a:pt x="9061" y="155"/>
                  </a:cubicBezTo>
                  <a:cubicBezTo>
                    <a:pt x="9049" y="167"/>
                    <a:pt x="9049" y="167"/>
                    <a:pt x="9025" y="167"/>
                  </a:cubicBezTo>
                  <a:lnTo>
                    <a:pt x="191" y="9013"/>
                  </a:lnTo>
                  <a:cubicBezTo>
                    <a:pt x="143" y="9061"/>
                    <a:pt x="119" y="9096"/>
                    <a:pt x="84" y="9144"/>
                  </a:cubicBezTo>
                  <a:cubicBezTo>
                    <a:pt x="84" y="9168"/>
                    <a:pt x="72" y="9180"/>
                    <a:pt x="72" y="9180"/>
                  </a:cubicBezTo>
                  <a:cubicBezTo>
                    <a:pt x="36" y="9227"/>
                    <a:pt x="24" y="9275"/>
                    <a:pt x="12" y="9334"/>
                  </a:cubicBezTo>
                  <a:lnTo>
                    <a:pt x="12" y="9358"/>
                  </a:lnTo>
                  <a:cubicBezTo>
                    <a:pt x="12" y="9394"/>
                    <a:pt x="0" y="9430"/>
                    <a:pt x="0" y="9477"/>
                  </a:cubicBezTo>
                  <a:lnTo>
                    <a:pt x="0" y="26801"/>
                  </a:lnTo>
                  <a:lnTo>
                    <a:pt x="0" y="26849"/>
                  </a:lnTo>
                  <a:lnTo>
                    <a:pt x="0" y="26884"/>
                  </a:lnTo>
                  <a:cubicBezTo>
                    <a:pt x="0" y="26944"/>
                    <a:pt x="12" y="26991"/>
                    <a:pt x="36" y="27051"/>
                  </a:cubicBezTo>
                  <a:cubicBezTo>
                    <a:pt x="60" y="27110"/>
                    <a:pt x="96" y="27158"/>
                    <a:pt x="131" y="27206"/>
                  </a:cubicBezTo>
                  <a:lnTo>
                    <a:pt x="155" y="27230"/>
                  </a:lnTo>
                  <a:cubicBezTo>
                    <a:pt x="191" y="27277"/>
                    <a:pt x="239" y="27301"/>
                    <a:pt x="274" y="27349"/>
                  </a:cubicBezTo>
                  <a:cubicBezTo>
                    <a:pt x="322" y="27384"/>
                    <a:pt x="370" y="27408"/>
                    <a:pt x="429" y="27420"/>
                  </a:cubicBezTo>
                  <a:cubicBezTo>
                    <a:pt x="441" y="27420"/>
                    <a:pt x="453" y="27444"/>
                    <a:pt x="477" y="27444"/>
                  </a:cubicBezTo>
                  <a:cubicBezTo>
                    <a:pt x="536" y="27456"/>
                    <a:pt x="572" y="27468"/>
                    <a:pt x="631" y="27468"/>
                  </a:cubicBezTo>
                  <a:lnTo>
                    <a:pt x="6037" y="27468"/>
                  </a:lnTo>
                  <a:cubicBezTo>
                    <a:pt x="6085" y="27468"/>
                    <a:pt x="6132" y="27468"/>
                    <a:pt x="6168" y="27456"/>
                  </a:cubicBezTo>
                  <a:cubicBezTo>
                    <a:pt x="6204" y="27456"/>
                    <a:pt x="6215" y="27444"/>
                    <a:pt x="6251" y="27444"/>
                  </a:cubicBezTo>
                  <a:cubicBezTo>
                    <a:pt x="6263" y="27444"/>
                    <a:pt x="6275" y="27420"/>
                    <a:pt x="6287" y="27420"/>
                  </a:cubicBezTo>
                  <a:cubicBezTo>
                    <a:pt x="6323" y="27408"/>
                    <a:pt x="6335" y="27396"/>
                    <a:pt x="6370" y="27384"/>
                  </a:cubicBezTo>
                  <a:cubicBezTo>
                    <a:pt x="6382" y="27361"/>
                    <a:pt x="6394" y="27361"/>
                    <a:pt x="6406" y="27361"/>
                  </a:cubicBezTo>
                  <a:cubicBezTo>
                    <a:pt x="6442" y="27349"/>
                    <a:pt x="6454" y="27313"/>
                    <a:pt x="6477" y="27301"/>
                  </a:cubicBezTo>
                  <a:lnTo>
                    <a:pt x="6513" y="27277"/>
                  </a:lnTo>
                  <a:lnTo>
                    <a:pt x="15348" y="18431"/>
                  </a:lnTo>
                  <a:cubicBezTo>
                    <a:pt x="15395" y="18395"/>
                    <a:pt x="15431" y="18347"/>
                    <a:pt x="15455" y="18300"/>
                  </a:cubicBezTo>
                  <a:cubicBezTo>
                    <a:pt x="15455" y="18300"/>
                    <a:pt x="15479" y="18288"/>
                    <a:pt x="15479" y="18276"/>
                  </a:cubicBezTo>
                  <a:cubicBezTo>
                    <a:pt x="15502" y="18228"/>
                    <a:pt x="15514" y="18169"/>
                    <a:pt x="15538" y="18109"/>
                  </a:cubicBezTo>
                  <a:lnTo>
                    <a:pt x="15538" y="18097"/>
                  </a:lnTo>
                  <a:cubicBezTo>
                    <a:pt x="15538" y="18050"/>
                    <a:pt x="15550" y="18014"/>
                    <a:pt x="15550" y="17978"/>
                  </a:cubicBezTo>
                  <a:lnTo>
                    <a:pt x="15550" y="667"/>
                  </a:lnTo>
                  <a:lnTo>
                    <a:pt x="15550" y="619"/>
                  </a:lnTo>
                  <a:lnTo>
                    <a:pt x="15550" y="572"/>
                  </a:lnTo>
                  <a:cubicBezTo>
                    <a:pt x="15550" y="512"/>
                    <a:pt x="15538" y="476"/>
                    <a:pt x="15502" y="417"/>
                  </a:cubicBezTo>
                  <a:cubicBezTo>
                    <a:pt x="15490" y="357"/>
                    <a:pt x="15443" y="310"/>
                    <a:pt x="15419" y="262"/>
                  </a:cubicBezTo>
                  <a:lnTo>
                    <a:pt x="15383" y="238"/>
                  </a:lnTo>
                  <a:cubicBezTo>
                    <a:pt x="15348" y="191"/>
                    <a:pt x="15312" y="155"/>
                    <a:pt x="15264" y="119"/>
                  </a:cubicBezTo>
                  <a:cubicBezTo>
                    <a:pt x="15217" y="83"/>
                    <a:pt x="15181" y="60"/>
                    <a:pt x="15121" y="36"/>
                  </a:cubicBezTo>
                  <a:cubicBezTo>
                    <a:pt x="15098" y="36"/>
                    <a:pt x="15086" y="24"/>
                    <a:pt x="15074" y="24"/>
                  </a:cubicBezTo>
                  <a:cubicBezTo>
                    <a:pt x="15014" y="12"/>
                    <a:pt x="14967" y="0"/>
                    <a:pt x="1490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157163" algn="bl" rotWithShape="0">
                <a:schemeClr val="l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31"/>
            <p:cNvSpPr/>
            <p:nvPr/>
          </p:nvSpPr>
          <p:spPr>
            <a:xfrm>
              <a:off x="8430908" y="2611480"/>
              <a:ext cx="337939" cy="422014"/>
            </a:xfrm>
            <a:custGeom>
              <a:avLst/>
              <a:gdLst/>
              <a:ahLst/>
              <a:cxnLst/>
              <a:rect l="l" t="t" r="r" b="b"/>
              <a:pathLst>
                <a:path w="9502" h="11866" extrusionOk="0">
                  <a:moveTo>
                    <a:pt x="1298" y="1840"/>
                  </a:moveTo>
                  <a:lnTo>
                    <a:pt x="7632" y="5936"/>
                  </a:lnTo>
                  <a:lnTo>
                    <a:pt x="1298" y="10032"/>
                  </a:lnTo>
                  <a:lnTo>
                    <a:pt x="1298" y="1840"/>
                  </a:lnTo>
                  <a:close/>
                  <a:moveTo>
                    <a:pt x="638" y="1"/>
                  </a:moveTo>
                  <a:cubicBezTo>
                    <a:pt x="536" y="1"/>
                    <a:pt x="435" y="26"/>
                    <a:pt x="346" y="78"/>
                  </a:cubicBezTo>
                  <a:cubicBezTo>
                    <a:pt x="131" y="185"/>
                    <a:pt x="0" y="411"/>
                    <a:pt x="0" y="650"/>
                  </a:cubicBezTo>
                  <a:lnTo>
                    <a:pt x="0" y="11234"/>
                  </a:lnTo>
                  <a:cubicBezTo>
                    <a:pt x="0" y="11472"/>
                    <a:pt x="131" y="11675"/>
                    <a:pt x="346" y="11794"/>
                  </a:cubicBezTo>
                  <a:cubicBezTo>
                    <a:pt x="453" y="11841"/>
                    <a:pt x="548" y="11865"/>
                    <a:pt x="655" y="11865"/>
                  </a:cubicBezTo>
                  <a:cubicBezTo>
                    <a:pt x="774" y="11865"/>
                    <a:pt x="893" y="11841"/>
                    <a:pt x="1012" y="11806"/>
                  </a:cubicBezTo>
                  <a:lnTo>
                    <a:pt x="9204" y="6507"/>
                  </a:lnTo>
                  <a:cubicBezTo>
                    <a:pt x="9382" y="6388"/>
                    <a:pt x="9502" y="6186"/>
                    <a:pt x="9502" y="5960"/>
                  </a:cubicBezTo>
                  <a:cubicBezTo>
                    <a:pt x="9502" y="5734"/>
                    <a:pt x="9382" y="5531"/>
                    <a:pt x="9204" y="5412"/>
                  </a:cubicBezTo>
                  <a:lnTo>
                    <a:pt x="1012" y="114"/>
                  </a:lnTo>
                  <a:cubicBezTo>
                    <a:pt x="899" y="41"/>
                    <a:pt x="767" y="1"/>
                    <a:pt x="63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100013" algn="bl" rotWithShape="0">
                <a:schemeClr val="l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31"/>
            <p:cNvSpPr/>
            <p:nvPr/>
          </p:nvSpPr>
          <p:spPr>
            <a:xfrm rot="6189740">
              <a:off x="8917764" y="3753773"/>
              <a:ext cx="437302" cy="409900"/>
            </a:xfrm>
            <a:custGeom>
              <a:avLst/>
              <a:gdLst/>
              <a:ahLst/>
              <a:cxnLst/>
              <a:rect l="l" t="t" r="r" b="b"/>
              <a:pathLst>
                <a:path w="9121" h="8550" extrusionOk="0">
                  <a:moveTo>
                    <a:pt x="1655" y="0"/>
                  </a:moveTo>
                  <a:cubicBezTo>
                    <a:pt x="1420" y="0"/>
                    <a:pt x="1190" y="135"/>
                    <a:pt x="1072" y="370"/>
                  </a:cubicBezTo>
                  <a:cubicBezTo>
                    <a:pt x="1" y="2561"/>
                    <a:pt x="441" y="5180"/>
                    <a:pt x="2144" y="6883"/>
                  </a:cubicBezTo>
                  <a:cubicBezTo>
                    <a:pt x="3239" y="7990"/>
                    <a:pt x="4680" y="8550"/>
                    <a:pt x="6156" y="8550"/>
                  </a:cubicBezTo>
                  <a:cubicBezTo>
                    <a:pt x="7013" y="8550"/>
                    <a:pt x="7859" y="8359"/>
                    <a:pt x="8668" y="7954"/>
                  </a:cubicBezTo>
                  <a:cubicBezTo>
                    <a:pt x="8990" y="7811"/>
                    <a:pt x="9121" y="7418"/>
                    <a:pt x="8966" y="7097"/>
                  </a:cubicBezTo>
                  <a:cubicBezTo>
                    <a:pt x="8857" y="6862"/>
                    <a:pt x="8634" y="6727"/>
                    <a:pt x="8396" y="6727"/>
                  </a:cubicBezTo>
                  <a:cubicBezTo>
                    <a:pt x="8297" y="6727"/>
                    <a:pt x="8195" y="6750"/>
                    <a:pt x="8097" y="6799"/>
                  </a:cubicBezTo>
                  <a:cubicBezTo>
                    <a:pt x="7483" y="7099"/>
                    <a:pt x="6824" y="7245"/>
                    <a:pt x="6170" y="7245"/>
                  </a:cubicBezTo>
                  <a:cubicBezTo>
                    <a:pt x="5033" y="7245"/>
                    <a:pt x="3911" y="6805"/>
                    <a:pt x="3072" y="5966"/>
                  </a:cubicBezTo>
                  <a:cubicBezTo>
                    <a:pt x="1751" y="4644"/>
                    <a:pt x="1405" y="2620"/>
                    <a:pt x="2239" y="930"/>
                  </a:cubicBezTo>
                  <a:cubicBezTo>
                    <a:pt x="2394" y="620"/>
                    <a:pt x="2263" y="239"/>
                    <a:pt x="1941" y="72"/>
                  </a:cubicBezTo>
                  <a:cubicBezTo>
                    <a:pt x="1850" y="23"/>
                    <a:pt x="1752" y="0"/>
                    <a:pt x="165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157163" algn="bl" rotWithShape="0">
                <a:schemeClr val="l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31"/>
            <p:cNvSpPr/>
            <p:nvPr/>
          </p:nvSpPr>
          <p:spPr>
            <a:xfrm rot="2961694">
              <a:off x="3035594" y="4126728"/>
              <a:ext cx="337933" cy="422007"/>
            </a:xfrm>
            <a:custGeom>
              <a:avLst/>
              <a:gdLst/>
              <a:ahLst/>
              <a:cxnLst/>
              <a:rect l="l" t="t" r="r" b="b"/>
              <a:pathLst>
                <a:path w="9502" h="11866" extrusionOk="0">
                  <a:moveTo>
                    <a:pt x="1298" y="1840"/>
                  </a:moveTo>
                  <a:lnTo>
                    <a:pt x="7632" y="5936"/>
                  </a:lnTo>
                  <a:lnTo>
                    <a:pt x="1298" y="10032"/>
                  </a:lnTo>
                  <a:lnTo>
                    <a:pt x="1298" y="1840"/>
                  </a:lnTo>
                  <a:close/>
                  <a:moveTo>
                    <a:pt x="638" y="1"/>
                  </a:moveTo>
                  <a:cubicBezTo>
                    <a:pt x="536" y="1"/>
                    <a:pt x="435" y="26"/>
                    <a:pt x="346" y="78"/>
                  </a:cubicBezTo>
                  <a:cubicBezTo>
                    <a:pt x="131" y="185"/>
                    <a:pt x="0" y="411"/>
                    <a:pt x="0" y="650"/>
                  </a:cubicBezTo>
                  <a:lnTo>
                    <a:pt x="0" y="11234"/>
                  </a:lnTo>
                  <a:cubicBezTo>
                    <a:pt x="0" y="11472"/>
                    <a:pt x="131" y="11675"/>
                    <a:pt x="346" y="11794"/>
                  </a:cubicBezTo>
                  <a:cubicBezTo>
                    <a:pt x="453" y="11841"/>
                    <a:pt x="548" y="11865"/>
                    <a:pt x="655" y="11865"/>
                  </a:cubicBezTo>
                  <a:cubicBezTo>
                    <a:pt x="774" y="11865"/>
                    <a:pt x="893" y="11841"/>
                    <a:pt x="1012" y="11806"/>
                  </a:cubicBezTo>
                  <a:lnTo>
                    <a:pt x="9204" y="6507"/>
                  </a:lnTo>
                  <a:cubicBezTo>
                    <a:pt x="9382" y="6388"/>
                    <a:pt x="9502" y="6186"/>
                    <a:pt x="9502" y="5960"/>
                  </a:cubicBezTo>
                  <a:cubicBezTo>
                    <a:pt x="9502" y="5734"/>
                    <a:pt x="9382" y="5531"/>
                    <a:pt x="9204" y="5412"/>
                  </a:cubicBezTo>
                  <a:lnTo>
                    <a:pt x="1012" y="114"/>
                  </a:lnTo>
                  <a:cubicBezTo>
                    <a:pt x="899" y="41"/>
                    <a:pt x="767" y="1"/>
                    <a:pt x="63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100013" algn="bl" rotWithShape="0">
                <a:schemeClr val="l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31"/>
            <p:cNvSpPr/>
            <p:nvPr/>
          </p:nvSpPr>
          <p:spPr>
            <a:xfrm rot="9383746">
              <a:off x="-159177" y="3966910"/>
              <a:ext cx="437295" cy="409900"/>
            </a:xfrm>
            <a:custGeom>
              <a:avLst/>
              <a:gdLst/>
              <a:ahLst/>
              <a:cxnLst/>
              <a:rect l="l" t="t" r="r" b="b"/>
              <a:pathLst>
                <a:path w="9121" h="8550" extrusionOk="0">
                  <a:moveTo>
                    <a:pt x="1655" y="0"/>
                  </a:moveTo>
                  <a:cubicBezTo>
                    <a:pt x="1420" y="0"/>
                    <a:pt x="1190" y="135"/>
                    <a:pt x="1072" y="370"/>
                  </a:cubicBezTo>
                  <a:cubicBezTo>
                    <a:pt x="1" y="2561"/>
                    <a:pt x="441" y="5180"/>
                    <a:pt x="2144" y="6883"/>
                  </a:cubicBezTo>
                  <a:cubicBezTo>
                    <a:pt x="3239" y="7990"/>
                    <a:pt x="4680" y="8550"/>
                    <a:pt x="6156" y="8550"/>
                  </a:cubicBezTo>
                  <a:cubicBezTo>
                    <a:pt x="7013" y="8550"/>
                    <a:pt x="7859" y="8359"/>
                    <a:pt x="8668" y="7954"/>
                  </a:cubicBezTo>
                  <a:cubicBezTo>
                    <a:pt x="8990" y="7811"/>
                    <a:pt x="9121" y="7418"/>
                    <a:pt x="8966" y="7097"/>
                  </a:cubicBezTo>
                  <a:cubicBezTo>
                    <a:pt x="8857" y="6862"/>
                    <a:pt x="8634" y="6727"/>
                    <a:pt x="8396" y="6727"/>
                  </a:cubicBezTo>
                  <a:cubicBezTo>
                    <a:pt x="8297" y="6727"/>
                    <a:pt x="8195" y="6750"/>
                    <a:pt x="8097" y="6799"/>
                  </a:cubicBezTo>
                  <a:cubicBezTo>
                    <a:pt x="7483" y="7099"/>
                    <a:pt x="6824" y="7245"/>
                    <a:pt x="6170" y="7245"/>
                  </a:cubicBezTo>
                  <a:cubicBezTo>
                    <a:pt x="5033" y="7245"/>
                    <a:pt x="3911" y="6805"/>
                    <a:pt x="3072" y="5966"/>
                  </a:cubicBezTo>
                  <a:cubicBezTo>
                    <a:pt x="1751" y="4644"/>
                    <a:pt x="1405" y="2620"/>
                    <a:pt x="2239" y="930"/>
                  </a:cubicBezTo>
                  <a:cubicBezTo>
                    <a:pt x="2394" y="620"/>
                    <a:pt x="2263" y="239"/>
                    <a:pt x="1941" y="72"/>
                  </a:cubicBezTo>
                  <a:cubicBezTo>
                    <a:pt x="1850" y="23"/>
                    <a:pt x="1752" y="0"/>
                    <a:pt x="165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157163" algn="bl" rotWithShape="0">
                <a:schemeClr val="l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31"/>
            <p:cNvSpPr/>
            <p:nvPr/>
          </p:nvSpPr>
          <p:spPr>
            <a:xfrm>
              <a:off x="919250" y="2678200"/>
              <a:ext cx="152100" cy="152100"/>
            </a:xfrm>
            <a:prstGeom prst="ellipse">
              <a:avLst/>
            </a:prstGeom>
            <a:noFill/>
            <a:ln w="381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algn="bl" rotWithShape="0">
                <a:schemeClr val="accent2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31"/>
            <p:cNvSpPr/>
            <p:nvPr/>
          </p:nvSpPr>
          <p:spPr>
            <a:xfrm>
              <a:off x="-82575" y="2072425"/>
              <a:ext cx="152100" cy="152100"/>
            </a:xfrm>
            <a:prstGeom prst="ellipse">
              <a:avLst/>
            </a:prstGeom>
            <a:noFill/>
            <a:ln w="381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algn="bl" rotWithShape="0">
                <a:schemeClr val="accent3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31"/>
            <p:cNvSpPr/>
            <p:nvPr/>
          </p:nvSpPr>
          <p:spPr>
            <a:xfrm>
              <a:off x="8430900" y="3420350"/>
              <a:ext cx="152100" cy="152100"/>
            </a:xfrm>
            <a:prstGeom prst="ellipse">
              <a:avLst/>
            </a:prstGeom>
            <a:noFill/>
            <a:ln w="381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algn="bl" rotWithShape="0">
                <a:schemeClr val="accent3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31"/>
            <p:cNvSpPr/>
            <p:nvPr/>
          </p:nvSpPr>
          <p:spPr>
            <a:xfrm>
              <a:off x="9060363" y="2286575"/>
              <a:ext cx="152100" cy="152100"/>
            </a:xfrm>
            <a:prstGeom prst="ellipse">
              <a:avLst/>
            </a:prstGeom>
            <a:noFill/>
            <a:ln w="381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algn="bl" rotWithShape="0">
                <a:schemeClr val="accent2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31"/>
            <p:cNvSpPr/>
            <p:nvPr/>
          </p:nvSpPr>
          <p:spPr>
            <a:xfrm>
              <a:off x="6528463" y="3882675"/>
              <a:ext cx="152100" cy="152100"/>
            </a:xfrm>
            <a:prstGeom prst="ellipse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algn="bl" rotWithShape="0">
                <a:schemeClr val="l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2"/>
          <p:cNvSpPr txBox="1">
            <a:spLocks noGrp="1"/>
          </p:cNvSpPr>
          <p:nvPr>
            <p:ph type="body" idx="1"/>
          </p:nvPr>
        </p:nvSpPr>
        <p:spPr>
          <a:xfrm>
            <a:off x="713100" y="1152475"/>
            <a:ext cx="77178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Clr>
                <a:schemeClr val="dk1"/>
              </a:buClr>
              <a:buSzPts val="1100"/>
              <a:buNone/>
            </a:pPr>
            <a:r>
              <a:rPr lang="en-US" sz="2000" dirty="0" err="1"/>
              <a:t>DeadZone</a:t>
            </a:r>
            <a:r>
              <a:rPr lang="en-US" sz="2000" dirty="0"/>
              <a:t> is a web-based productivity analysis system that helps students identify their </a:t>
            </a:r>
            <a:r>
              <a:rPr lang="en-US" sz="2000" b="1" dirty="0"/>
              <a:t>most productive study hours</a:t>
            </a:r>
            <a:r>
              <a:rPr lang="en-US" sz="2000" dirty="0"/>
              <a:t> and </a:t>
            </a:r>
            <a:r>
              <a:rPr lang="en-US" sz="2000" b="1" dirty="0"/>
              <a:t>dead zones</a:t>
            </a:r>
            <a:r>
              <a:rPr lang="en-US" sz="2000" dirty="0"/>
              <a:t> by analyzing focus level, distractions, and study session data.</a:t>
            </a:r>
            <a:endParaRPr sz="2000" dirty="0"/>
          </a:p>
        </p:txBody>
      </p:sp>
      <p:sp>
        <p:nvSpPr>
          <p:cNvPr id="352" name="Google Shape;352;p32"/>
          <p:cNvSpPr txBox="1">
            <a:spLocks noGrp="1"/>
          </p:cNvSpPr>
          <p:nvPr>
            <p:ph type="title"/>
          </p:nvPr>
        </p:nvSpPr>
        <p:spPr>
          <a:xfrm>
            <a:off x="713100" y="445025"/>
            <a:ext cx="7717800" cy="707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              </a:t>
            </a:r>
            <a:r>
              <a:rPr lang="en" sz="4400" dirty="0"/>
              <a:t>INTRODUCTION</a:t>
            </a:r>
            <a:endParaRPr sz="4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D0341C4-EFB4-BB76-1FD1-46C7F4D976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2622" y="2352915"/>
            <a:ext cx="5328086" cy="279058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5"/>
          <p:cNvSpPr txBox="1">
            <a:spLocks noGrp="1"/>
          </p:cNvSpPr>
          <p:nvPr>
            <p:ph type="subTitle" idx="1"/>
          </p:nvPr>
        </p:nvSpPr>
        <p:spPr>
          <a:xfrm>
            <a:off x="29264" y="2344487"/>
            <a:ext cx="5970538" cy="248578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800" b="1" dirty="0"/>
              <a:t>Problem Identified:</a:t>
            </a:r>
            <a:endParaRPr lang="en-US" sz="1800" dirty="0"/>
          </a:p>
          <a:p>
            <a:r>
              <a:rPr lang="en-US" sz="1800" dirty="0"/>
              <a:t>Students struggle to identify </a:t>
            </a:r>
            <a:r>
              <a:rPr lang="en-US" sz="1800" b="1" dirty="0"/>
              <a:t>when they study best</a:t>
            </a:r>
            <a:endParaRPr lang="en-US" sz="1800" dirty="0"/>
          </a:p>
          <a:p>
            <a:r>
              <a:rPr lang="en-US" sz="1800" dirty="0"/>
              <a:t>Productivity loss due to </a:t>
            </a:r>
            <a:r>
              <a:rPr lang="en-US" sz="1800" b="1" dirty="0"/>
              <a:t>distractions and poor time planning</a:t>
            </a:r>
            <a:endParaRPr lang="en-US" sz="1800" dirty="0"/>
          </a:p>
          <a:p>
            <a:r>
              <a:rPr lang="en-US" sz="1800" dirty="0"/>
              <a:t>No simple tool to </a:t>
            </a:r>
            <a:r>
              <a:rPr lang="en-US" sz="1800" b="1" dirty="0"/>
              <a:t>analyze personal study patterns</a:t>
            </a:r>
            <a:endParaRPr lang="en-US" sz="1800" dirty="0"/>
          </a:p>
          <a:p>
            <a:r>
              <a:rPr lang="en-US" sz="1800" dirty="0"/>
              <a:t>Generic study advice doesn’t work for everyone</a:t>
            </a:r>
          </a:p>
          <a:p>
            <a:r>
              <a:rPr lang="en-US" sz="1800" b="1" dirty="0"/>
              <a:t>Why It Matters:</a:t>
            </a:r>
            <a:endParaRPr lang="en-US" sz="1800" dirty="0"/>
          </a:p>
          <a:p>
            <a:r>
              <a:rPr lang="en-US" sz="1800" dirty="0"/>
              <a:t>Leads to wasted study hours</a:t>
            </a:r>
          </a:p>
          <a:p>
            <a:r>
              <a:rPr lang="en-US" sz="1800" dirty="0"/>
              <a:t>Increased stress and poor academic performance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00" name="Google Shape;400;p35"/>
          <p:cNvSpPr/>
          <p:nvPr/>
        </p:nvSpPr>
        <p:spPr>
          <a:xfrm>
            <a:off x="5697525" y="1592850"/>
            <a:ext cx="1957800" cy="1957800"/>
          </a:xfrm>
          <a:prstGeom prst="ellipse">
            <a:avLst/>
          </a:prstGeom>
          <a:gradFill>
            <a:gsLst>
              <a:gs pos="0">
                <a:schemeClr val="lt1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  <a:effectLst>
            <a:outerShdw blurRad="128588" algn="bl" rotWithShape="0">
              <a:schemeClr val="accen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01" name="Google Shape;401;p35"/>
          <p:cNvGrpSpPr/>
          <p:nvPr/>
        </p:nvGrpSpPr>
        <p:grpSpPr>
          <a:xfrm>
            <a:off x="6268789" y="2182282"/>
            <a:ext cx="815273" cy="778936"/>
            <a:chOff x="5197375" y="2305475"/>
            <a:chExt cx="300650" cy="287250"/>
          </a:xfrm>
        </p:grpSpPr>
        <p:sp>
          <p:nvSpPr>
            <p:cNvPr id="402" name="Google Shape;402;p35"/>
            <p:cNvSpPr/>
            <p:nvPr/>
          </p:nvSpPr>
          <p:spPr>
            <a:xfrm>
              <a:off x="5197375" y="2305475"/>
              <a:ext cx="300650" cy="287250"/>
            </a:xfrm>
            <a:custGeom>
              <a:avLst/>
              <a:gdLst/>
              <a:ahLst/>
              <a:cxnLst/>
              <a:rect l="l" t="t" r="r" b="b"/>
              <a:pathLst>
                <a:path w="12026" h="11490" extrusionOk="0">
                  <a:moveTo>
                    <a:pt x="10990" y="1370"/>
                  </a:moveTo>
                  <a:cubicBezTo>
                    <a:pt x="11180" y="1370"/>
                    <a:pt x="11347" y="1536"/>
                    <a:pt x="11347" y="1727"/>
                  </a:cubicBezTo>
                  <a:lnTo>
                    <a:pt x="11347" y="3191"/>
                  </a:lnTo>
                  <a:lnTo>
                    <a:pt x="714" y="3191"/>
                  </a:lnTo>
                  <a:lnTo>
                    <a:pt x="714" y="1727"/>
                  </a:lnTo>
                  <a:cubicBezTo>
                    <a:pt x="714" y="1536"/>
                    <a:pt x="881" y="1370"/>
                    <a:pt x="1072" y="1370"/>
                  </a:cubicBezTo>
                  <a:lnTo>
                    <a:pt x="1881" y="1370"/>
                  </a:lnTo>
                  <a:lnTo>
                    <a:pt x="1881" y="1691"/>
                  </a:lnTo>
                  <a:cubicBezTo>
                    <a:pt x="1881" y="1882"/>
                    <a:pt x="2048" y="2048"/>
                    <a:pt x="2238" y="2048"/>
                  </a:cubicBezTo>
                  <a:cubicBezTo>
                    <a:pt x="2429" y="2048"/>
                    <a:pt x="2596" y="1882"/>
                    <a:pt x="2596" y="1691"/>
                  </a:cubicBezTo>
                  <a:lnTo>
                    <a:pt x="2596" y="1370"/>
                  </a:lnTo>
                  <a:lnTo>
                    <a:pt x="4405" y="1370"/>
                  </a:lnTo>
                  <a:lnTo>
                    <a:pt x="4405" y="1691"/>
                  </a:lnTo>
                  <a:cubicBezTo>
                    <a:pt x="4405" y="1882"/>
                    <a:pt x="4572" y="2048"/>
                    <a:pt x="4763" y="2048"/>
                  </a:cubicBezTo>
                  <a:cubicBezTo>
                    <a:pt x="4965" y="2048"/>
                    <a:pt x="5120" y="1882"/>
                    <a:pt x="5120" y="1691"/>
                  </a:cubicBezTo>
                  <a:lnTo>
                    <a:pt x="5120" y="1370"/>
                  </a:lnTo>
                  <a:lnTo>
                    <a:pt x="6941" y="1370"/>
                  </a:lnTo>
                  <a:lnTo>
                    <a:pt x="6941" y="1691"/>
                  </a:lnTo>
                  <a:cubicBezTo>
                    <a:pt x="6941" y="1882"/>
                    <a:pt x="7108" y="2048"/>
                    <a:pt x="7299" y="2048"/>
                  </a:cubicBezTo>
                  <a:cubicBezTo>
                    <a:pt x="7489" y="2048"/>
                    <a:pt x="7656" y="1882"/>
                    <a:pt x="7656" y="1691"/>
                  </a:cubicBezTo>
                  <a:lnTo>
                    <a:pt x="7656" y="1370"/>
                  </a:lnTo>
                  <a:lnTo>
                    <a:pt x="9466" y="1370"/>
                  </a:lnTo>
                  <a:lnTo>
                    <a:pt x="9466" y="1691"/>
                  </a:lnTo>
                  <a:cubicBezTo>
                    <a:pt x="9466" y="1882"/>
                    <a:pt x="9632" y="2048"/>
                    <a:pt x="9823" y="2048"/>
                  </a:cubicBezTo>
                  <a:cubicBezTo>
                    <a:pt x="10025" y="2048"/>
                    <a:pt x="10180" y="1882"/>
                    <a:pt x="10180" y="1691"/>
                  </a:cubicBezTo>
                  <a:lnTo>
                    <a:pt x="10180" y="1370"/>
                  </a:lnTo>
                  <a:close/>
                  <a:moveTo>
                    <a:pt x="11311" y="3906"/>
                  </a:moveTo>
                  <a:lnTo>
                    <a:pt x="11311" y="10454"/>
                  </a:lnTo>
                  <a:cubicBezTo>
                    <a:pt x="11311" y="10645"/>
                    <a:pt x="11156" y="10811"/>
                    <a:pt x="10954" y="10811"/>
                  </a:cubicBezTo>
                  <a:lnTo>
                    <a:pt x="1072" y="10811"/>
                  </a:lnTo>
                  <a:cubicBezTo>
                    <a:pt x="881" y="10811"/>
                    <a:pt x="714" y="10645"/>
                    <a:pt x="714" y="10454"/>
                  </a:cubicBezTo>
                  <a:lnTo>
                    <a:pt x="714" y="3906"/>
                  </a:lnTo>
                  <a:close/>
                  <a:moveTo>
                    <a:pt x="2215" y="0"/>
                  </a:moveTo>
                  <a:cubicBezTo>
                    <a:pt x="2024" y="0"/>
                    <a:pt x="1857" y="167"/>
                    <a:pt x="1857" y="358"/>
                  </a:cubicBezTo>
                  <a:lnTo>
                    <a:pt x="1857" y="679"/>
                  </a:lnTo>
                  <a:lnTo>
                    <a:pt x="1060" y="679"/>
                  </a:lnTo>
                  <a:cubicBezTo>
                    <a:pt x="476" y="679"/>
                    <a:pt x="0" y="1155"/>
                    <a:pt x="0" y="1727"/>
                  </a:cubicBezTo>
                  <a:lnTo>
                    <a:pt x="0" y="10442"/>
                  </a:lnTo>
                  <a:cubicBezTo>
                    <a:pt x="0" y="11014"/>
                    <a:pt x="476" y="11490"/>
                    <a:pt x="1060" y="11490"/>
                  </a:cubicBezTo>
                  <a:lnTo>
                    <a:pt x="10942" y="11490"/>
                  </a:lnTo>
                  <a:cubicBezTo>
                    <a:pt x="11525" y="11490"/>
                    <a:pt x="12002" y="11014"/>
                    <a:pt x="12002" y="10442"/>
                  </a:cubicBezTo>
                  <a:lnTo>
                    <a:pt x="12002" y="1727"/>
                  </a:lnTo>
                  <a:cubicBezTo>
                    <a:pt x="12025" y="1155"/>
                    <a:pt x="11549" y="679"/>
                    <a:pt x="10978" y="679"/>
                  </a:cubicBezTo>
                  <a:lnTo>
                    <a:pt x="10168" y="679"/>
                  </a:lnTo>
                  <a:lnTo>
                    <a:pt x="10168" y="358"/>
                  </a:lnTo>
                  <a:cubicBezTo>
                    <a:pt x="10168" y="167"/>
                    <a:pt x="10001" y="0"/>
                    <a:pt x="9811" y="0"/>
                  </a:cubicBezTo>
                  <a:cubicBezTo>
                    <a:pt x="9620" y="0"/>
                    <a:pt x="9454" y="167"/>
                    <a:pt x="9454" y="358"/>
                  </a:cubicBezTo>
                  <a:lnTo>
                    <a:pt x="9454" y="679"/>
                  </a:lnTo>
                  <a:lnTo>
                    <a:pt x="7632" y="679"/>
                  </a:lnTo>
                  <a:lnTo>
                    <a:pt x="7632" y="358"/>
                  </a:lnTo>
                  <a:cubicBezTo>
                    <a:pt x="7632" y="167"/>
                    <a:pt x="7477" y="0"/>
                    <a:pt x="7275" y="0"/>
                  </a:cubicBezTo>
                  <a:cubicBezTo>
                    <a:pt x="7084" y="0"/>
                    <a:pt x="6918" y="167"/>
                    <a:pt x="6918" y="358"/>
                  </a:cubicBezTo>
                  <a:lnTo>
                    <a:pt x="6918" y="679"/>
                  </a:lnTo>
                  <a:lnTo>
                    <a:pt x="5108" y="679"/>
                  </a:lnTo>
                  <a:lnTo>
                    <a:pt x="5108" y="358"/>
                  </a:lnTo>
                  <a:cubicBezTo>
                    <a:pt x="5108" y="167"/>
                    <a:pt x="4941" y="0"/>
                    <a:pt x="4751" y="0"/>
                  </a:cubicBezTo>
                  <a:cubicBezTo>
                    <a:pt x="4560" y="0"/>
                    <a:pt x="4393" y="167"/>
                    <a:pt x="4393" y="358"/>
                  </a:cubicBezTo>
                  <a:lnTo>
                    <a:pt x="4393" y="679"/>
                  </a:lnTo>
                  <a:lnTo>
                    <a:pt x="2572" y="679"/>
                  </a:lnTo>
                  <a:lnTo>
                    <a:pt x="2572" y="358"/>
                  </a:lnTo>
                  <a:cubicBezTo>
                    <a:pt x="2572" y="167"/>
                    <a:pt x="2417" y="0"/>
                    <a:pt x="221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100013" algn="bl" rotWithShape="0">
                <a:schemeClr val="accent2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35"/>
            <p:cNvSpPr/>
            <p:nvPr/>
          </p:nvSpPr>
          <p:spPr>
            <a:xfrm>
              <a:off x="5307500" y="2423950"/>
              <a:ext cx="80975" cy="134550"/>
            </a:xfrm>
            <a:custGeom>
              <a:avLst/>
              <a:gdLst/>
              <a:ahLst/>
              <a:cxnLst/>
              <a:rect l="l" t="t" r="r" b="b"/>
              <a:pathLst>
                <a:path w="3239" h="5382" extrusionOk="0">
                  <a:moveTo>
                    <a:pt x="1632" y="0"/>
                  </a:moveTo>
                  <a:cubicBezTo>
                    <a:pt x="1429" y="0"/>
                    <a:pt x="1262" y="167"/>
                    <a:pt x="1262" y="357"/>
                  </a:cubicBezTo>
                  <a:lnTo>
                    <a:pt x="1262" y="714"/>
                  </a:lnTo>
                  <a:cubicBezTo>
                    <a:pt x="453" y="714"/>
                    <a:pt x="12" y="1274"/>
                    <a:pt x="12" y="1869"/>
                  </a:cubicBezTo>
                  <a:cubicBezTo>
                    <a:pt x="0" y="2512"/>
                    <a:pt x="524" y="3036"/>
                    <a:pt x="1167" y="3036"/>
                  </a:cubicBezTo>
                  <a:lnTo>
                    <a:pt x="2060" y="3036"/>
                  </a:lnTo>
                  <a:cubicBezTo>
                    <a:pt x="2310" y="3036"/>
                    <a:pt x="2524" y="3239"/>
                    <a:pt x="2524" y="3501"/>
                  </a:cubicBezTo>
                  <a:cubicBezTo>
                    <a:pt x="2524" y="3751"/>
                    <a:pt x="2310" y="3953"/>
                    <a:pt x="2060" y="3953"/>
                  </a:cubicBezTo>
                  <a:lnTo>
                    <a:pt x="1120" y="3953"/>
                  </a:lnTo>
                  <a:cubicBezTo>
                    <a:pt x="1000" y="3953"/>
                    <a:pt x="870" y="3917"/>
                    <a:pt x="762" y="3834"/>
                  </a:cubicBezTo>
                  <a:cubicBezTo>
                    <a:pt x="698" y="3797"/>
                    <a:pt x="627" y="3778"/>
                    <a:pt x="557" y="3778"/>
                  </a:cubicBezTo>
                  <a:cubicBezTo>
                    <a:pt x="446" y="3778"/>
                    <a:pt x="340" y="3827"/>
                    <a:pt x="274" y="3929"/>
                  </a:cubicBezTo>
                  <a:cubicBezTo>
                    <a:pt x="167" y="4096"/>
                    <a:pt x="203" y="4310"/>
                    <a:pt x="358" y="4417"/>
                  </a:cubicBezTo>
                  <a:cubicBezTo>
                    <a:pt x="692" y="4651"/>
                    <a:pt x="992" y="4668"/>
                    <a:pt x="1177" y="4668"/>
                  </a:cubicBezTo>
                  <a:cubicBezTo>
                    <a:pt x="1209" y="4668"/>
                    <a:pt x="1238" y="4667"/>
                    <a:pt x="1262" y="4667"/>
                  </a:cubicBezTo>
                  <a:lnTo>
                    <a:pt x="1262" y="5025"/>
                  </a:lnTo>
                  <a:cubicBezTo>
                    <a:pt x="1262" y="5227"/>
                    <a:pt x="1429" y="5382"/>
                    <a:pt x="1632" y="5382"/>
                  </a:cubicBezTo>
                  <a:cubicBezTo>
                    <a:pt x="1822" y="5382"/>
                    <a:pt x="1989" y="5227"/>
                    <a:pt x="1989" y="5025"/>
                  </a:cubicBezTo>
                  <a:lnTo>
                    <a:pt x="1989" y="4667"/>
                  </a:lnTo>
                  <a:cubicBezTo>
                    <a:pt x="2798" y="4667"/>
                    <a:pt x="3239" y="4108"/>
                    <a:pt x="3239" y="3512"/>
                  </a:cubicBezTo>
                  <a:cubicBezTo>
                    <a:pt x="3239" y="2869"/>
                    <a:pt x="2715" y="2346"/>
                    <a:pt x="2072" y="2346"/>
                  </a:cubicBezTo>
                  <a:lnTo>
                    <a:pt x="1179" y="2346"/>
                  </a:lnTo>
                  <a:cubicBezTo>
                    <a:pt x="929" y="2346"/>
                    <a:pt x="715" y="2143"/>
                    <a:pt x="715" y="1893"/>
                  </a:cubicBezTo>
                  <a:cubicBezTo>
                    <a:pt x="715" y="1631"/>
                    <a:pt x="929" y="1429"/>
                    <a:pt x="1179" y="1429"/>
                  </a:cubicBezTo>
                  <a:lnTo>
                    <a:pt x="2048" y="1429"/>
                  </a:lnTo>
                  <a:cubicBezTo>
                    <a:pt x="2227" y="1429"/>
                    <a:pt x="2382" y="1500"/>
                    <a:pt x="2501" y="1631"/>
                  </a:cubicBezTo>
                  <a:cubicBezTo>
                    <a:pt x="2575" y="1712"/>
                    <a:pt x="2669" y="1750"/>
                    <a:pt x="2764" y="1750"/>
                  </a:cubicBezTo>
                  <a:cubicBezTo>
                    <a:pt x="2851" y="1750"/>
                    <a:pt x="2938" y="1718"/>
                    <a:pt x="3013" y="1655"/>
                  </a:cubicBezTo>
                  <a:cubicBezTo>
                    <a:pt x="3156" y="1512"/>
                    <a:pt x="3156" y="1298"/>
                    <a:pt x="3025" y="1143"/>
                  </a:cubicBezTo>
                  <a:cubicBezTo>
                    <a:pt x="2775" y="857"/>
                    <a:pt x="2429" y="714"/>
                    <a:pt x="1989" y="714"/>
                  </a:cubicBezTo>
                  <a:lnTo>
                    <a:pt x="1989" y="357"/>
                  </a:lnTo>
                  <a:cubicBezTo>
                    <a:pt x="1989" y="167"/>
                    <a:pt x="1822" y="0"/>
                    <a:pt x="163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100013" algn="bl" rotWithShape="0">
                <a:schemeClr val="accent2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4" name="Google Shape;404;p35"/>
          <p:cNvSpPr/>
          <p:nvPr/>
        </p:nvSpPr>
        <p:spPr>
          <a:xfrm>
            <a:off x="4787200" y="2548028"/>
            <a:ext cx="714982" cy="675268"/>
          </a:xfrm>
          <a:custGeom>
            <a:avLst/>
            <a:gdLst/>
            <a:ahLst/>
            <a:cxnLst/>
            <a:rect l="l" t="t" r="r" b="b"/>
            <a:pathLst>
              <a:path w="23314" h="22019" extrusionOk="0">
                <a:moveTo>
                  <a:pt x="9300" y="1306"/>
                </a:moveTo>
                <a:cubicBezTo>
                  <a:pt x="12241" y="1306"/>
                  <a:pt x="15182" y="2427"/>
                  <a:pt x="17420" y="4671"/>
                </a:cubicBezTo>
                <a:cubicBezTo>
                  <a:pt x="21753" y="9005"/>
                  <a:pt x="21908" y="15934"/>
                  <a:pt x="17872" y="20446"/>
                </a:cubicBezTo>
                <a:lnTo>
                  <a:pt x="1644" y="4218"/>
                </a:lnTo>
                <a:cubicBezTo>
                  <a:pt x="3820" y="2278"/>
                  <a:pt x="6560" y="1306"/>
                  <a:pt x="9300" y="1306"/>
                </a:cubicBezTo>
                <a:close/>
                <a:moveTo>
                  <a:pt x="9293" y="0"/>
                </a:moveTo>
                <a:cubicBezTo>
                  <a:pt x="6019" y="0"/>
                  <a:pt x="2745" y="1248"/>
                  <a:pt x="251" y="3742"/>
                </a:cubicBezTo>
                <a:cubicBezTo>
                  <a:pt x="1" y="4004"/>
                  <a:pt x="1" y="4421"/>
                  <a:pt x="251" y="4671"/>
                </a:cubicBezTo>
                <a:lnTo>
                  <a:pt x="17420" y="21828"/>
                </a:lnTo>
                <a:cubicBezTo>
                  <a:pt x="17562" y="21958"/>
                  <a:pt x="17717" y="22018"/>
                  <a:pt x="17884" y="22018"/>
                </a:cubicBezTo>
                <a:cubicBezTo>
                  <a:pt x="18051" y="22018"/>
                  <a:pt x="18217" y="21958"/>
                  <a:pt x="18336" y="21828"/>
                </a:cubicBezTo>
                <a:cubicBezTo>
                  <a:pt x="23313" y="16839"/>
                  <a:pt x="23313" y="8731"/>
                  <a:pt x="18336" y="3742"/>
                </a:cubicBezTo>
                <a:cubicBezTo>
                  <a:pt x="15842" y="1248"/>
                  <a:pt x="12568" y="0"/>
                  <a:pt x="929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342900" algn="bl" rotWithShape="0">
              <a:schemeClr val="accent3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" name="Google Shape;405;p35"/>
          <p:cNvSpPr/>
          <p:nvPr/>
        </p:nvSpPr>
        <p:spPr>
          <a:xfrm rot="-1865276">
            <a:off x="7576853" y="1373887"/>
            <a:ext cx="389168" cy="648493"/>
          </a:xfrm>
          <a:custGeom>
            <a:avLst/>
            <a:gdLst/>
            <a:ahLst/>
            <a:cxnLst/>
            <a:rect l="l" t="t" r="r" b="b"/>
            <a:pathLst>
              <a:path w="18385" h="30636" extrusionOk="0">
                <a:moveTo>
                  <a:pt x="9645" y="2692"/>
                </a:moveTo>
                <a:lnTo>
                  <a:pt x="16598" y="14669"/>
                </a:lnTo>
                <a:lnTo>
                  <a:pt x="8466" y="14669"/>
                </a:lnTo>
                <a:lnTo>
                  <a:pt x="9371" y="5454"/>
                </a:lnTo>
                <a:lnTo>
                  <a:pt x="9645" y="2692"/>
                </a:lnTo>
                <a:close/>
                <a:moveTo>
                  <a:pt x="8264" y="3537"/>
                </a:moveTo>
                <a:lnTo>
                  <a:pt x="8026" y="5990"/>
                </a:lnTo>
                <a:lnTo>
                  <a:pt x="7180" y="14681"/>
                </a:lnTo>
                <a:lnTo>
                  <a:pt x="1799" y="14681"/>
                </a:lnTo>
                <a:lnTo>
                  <a:pt x="8264" y="3537"/>
                </a:lnTo>
                <a:close/>
                <a:moveTo>
                  <a:pt x="7180" y="15979"/>
                </a:moveTo>
                <a:lnTo>
                  <a:pt x="8026" y="24671"/>
                </a:lnTo>
                <a:lnTo>
                  <a:pt x="8264" y="27123"/>
                </a:lnTo>
                <a:lnTo>
                  <a:pt x="1799" y="15979"/>
                </a:lnTo>
                <a:close/>
                <a:moveTo>
                  <a:pt x="16598" y="15979"/>
                </a:moveTo>
                <a:lnTo>
                  <a:pt x="9645" y="27957"/>
                </a:lnTo>
                <a:lnTo>
                  <a:pt x="9383" y="25194"/>
                </a:lnTo>
                <a:lnTo>
                  <a:pt x="8466" y="15979"/>
                </a:lnTo>
                <a:close/>
                <a:moveTo>
                  <a:pt x="9050" y="1"/>
                </a:moveTo>
                <a:cubicBezTo>
                  <a:pt x="9038" y="1"/>
                  <a:pt x="9014" y="13"/>
                  <a:pt x="9002" y="13"/>
                </a:cubicBezTo>
                <a:cubicBezTo>
                  <a:pt x="8978" y="25"/>
                  <a:pt x="8942" y="25"/>
                  <a:pt x="8919" y="37"/>
                </a:cubicBezTo>
                <a:cubicBezTo>
                  <a:pt x="8883" y="60"/>
                  <a:pt x="8859" y="72"/>
                  <a:pt x="8811" y="96"/>
                </a:cubicBezTo>
                <a:cubicBezTo>
                  <a:pt x="8776" y="120"/>
                  <a:pt x="8764" y="132"/>
                  <a:pt x="8740" y="156"/>
                </a:cubicBezTo>
                <a:cubicBezTo>
                  <a:pt x="8704" y="191"/>
                  <a:pt x="8680" y="215"/>
                  <a:pt x="8669" y="251"/>
                </a:cubicBezTo>
                <a:lnTo>
                  <a:pt x="8621" y="298"/>
                </a:lnTo>
                <a:lnTo>
                  <a:pt x="96" y="15003"/>
                </a:lnTo>
                <a:cubicBezTo>
                  <a:pt x="72" y="15015"/>
                  <a:pt x="72" y="15026"/>
                  <a:pt x="72" y="15038"/>
                </a:cubicBezTo>
                <a:cubicBezTo>
                  <a:pt x="60" y="15074"/>
                  <a:pt x="48" y="15122"/>
                  <a:pt x="37" y="15146"/>
                </a:cubicBezTo>
                <a:cubicBezTo>
                  <a:pt x="37" y="15181"/>
                  <a:pt x="37" y="15193"/>
                  <a:pt x="13" y="15217"/>
                </a:cubicBezTo>
                <a:cubicBezTo>
                  <a:pt x="13" y="15253"/>
                  <a:pt x="1" y="15277"/>
                  <a:pt x="1" y="15312"/>
                </a:cubicBezTo>
                <a:cubicBezTo>
                  <a:pt x="1" y="15336"/>
                  <a:pt x="13" y="15372"/>
                  <a:pt x="13" y="15396"/>
                </a:cubicBezTo>
                <a:cubicBezTo>
                  <a:pt x="13" y="15431"/>
                  <a:pt x="13" y="15443"/>
                  <a:pt x="37" y="15479"/>
                </a:cubicBezTo>
                <a:cubicBezTo>
                  <a:pt x="48" y="15515"/>
                  <a:pt x="60" y="15550"/>
                  <a:pt x="72" y="15574"/>
                </a:cubicBezTo>
                <a:cubicBezTo>
                  <a:pt x="72" y="15598"/>
                  <a:pt x="96" y="15610"/>
                  <a:pt x="96" y="15622"/>
                </a:cubicBezTo>
                <a:lnTo>
                  <a:pt x="8621" y="30326"/>
                </a:lnTo>
                <a:cubicBezTo>
                  <a:pt x="8633" y="30362"/>
                  <a:pt x="8645" y="30374"/>
                  <a:pt x="8669" y="30386"/>
                </a:cubicBezTo>
                <a:lnTo>
                  <a:pt x="8704" y="30433"/>
                </a:lnTo>
                <a:cubicBezTo>
                  <a:pt x="8740" y="30481"/>
                  <a:pt x="8776" y="30505"/>
                  <a:pt x="8823" y="30540"/>
                </a:cubicBezTo>
                <a:cubicBezTo>
                  <a:pt x="8835" y="30540"/>
                  <a:pt x="8835" y="30552"/>
                  <a:pt x="8859" y="30552"/>
                </a:cubicBezTo>
                <a:cubicBezTo>
                  <a:pt x="8919" y="30576"/>
                  <a:pt x="8978" y="30612"/>
                  <a:pt x="9038" y="30624"/>
                </a:cubicBezTo>
                <a:lnTo>
                  <a:pt x="9050" y="30624"/>
                </a:lnTo>
                <a:cubicBezTo>
                  <a:pt x="9097" y="30636"/>
                  <a:pt x="9133" y="30636"/>
                  <a:pt x="9181" y="30636"/>
                </a:cubicBezTo>
                <a:cubicBezTo>
                  <a:pt x="9240" y="30636"/>
                  <a:pt x="9300" y="30624"/>
                  <a:pt x="9359" y="30612"/>
                </a:cubicBezTo>
                <a:lnTo>
                  <a:pt x="9371" y="30612"/>
                </a:lnTo>
                <a:cubicBezTo>
                  <a:pt x="9395" y="30612"/>
                  <a:pt x="9395" y="30600"/>
                  <a:pt x="9407" y="30600"/>
                </a:cubicBezTo>
                <a:cubicBezTo>
                  <a:pt x="9454" y="30576"/>
                  <a:pt x="9490" y="30552"/>
                  <a:pt x="9538" y="30516"/>
                </a:cubicBezTo>
                <a:lnTo>
                  <a:pt x="9585" y="30481"/>
                </a:lnTo>
                <a:cubicBezTo>
                  <a:pt x="9621" y="30445"/>
                  <a:pt x="9657" y="30421"/>
                  <a:pt x="9693" y="30374"/>
                </a:cubicBezTo>
                <a:cubicBezTo>
                  <a:pt x="9704" y="30362"/>
                  <a:pt x="9716" y="30338"/>
                  <a:pt x="9716" y="30326"/>
                </a:cubicBezTo>
                <a:cubicBezTo>
                  <a:pt x="9752" y="30362"/>
                  <a:pt x="9752" y="30362"/>
                  <a:pt x="9764" y="30362"/>
                </a:cubicBezTo>
                <a:lnTo>
                  <a:pt x="18289" y="15658"/>
                </a:lnTo>
                <a:cubicBezTo>
                  <a:pt x="18301" y="15634"/>
                  <a:pt x="18301" y="15622"/>
                  <a:pt x="18301" y="15610"/>
                </a:cubicBezTo>
                <a:cubicBezTo>
                  <a:pt x="18325" y="15574"/>
                  <a:pt x="18336" y="15527"/>
                  <a:pt x="18348" y="15503"/>
                </a:cubicBezTo>
                <a:cubicBezTo>
                  <a:pt x="18348" y="15479"/>
                  <a:pt x="18348" y="15455"/>
                  <a:pt x="18360" y="15431"/>
                </a:cubicBezTo>
                <a:cubicBezTo>
                  <a:pt x="18360" y="15396"/>
                  <a:pt x="18384" y="15372"/>
                  <a:pt x="18384" y="15336"/>
                </a:cubicBezTo>
                <a:cubicBezTo>
                  <a:pt x="18384" y="15312"/>
                  <a:pt x="18360" y="15277"/>
                  <a:pt x="18360" y="15253"/>
                </a:cubicBezTo>
                <a:cubicBezTo>
                  <a:pt x="18360" y="15217"/>
                  <a:pt x="18360" y="15205"/>
                  <a:pt x="18348" y="15181"/>
                </a:cubicBezTo>
                <a:cubicBezTo>
                  <a:pt x="18336" y="15134"/>
                  <a:pt x="18325" y="15098"/>
                  <a:pt x="18301" y="15074"/>
                </a:cubicBezTo>
                <a:cubicBezTo>
                  <a:pt x="18301" y="15062"/>
                  <a:pt x="18289" y="15038"/>
                  <a:pt x="18289" y="15026"/>
                </a:cubicBezTo>
                <a:lnTo>
                  <a:pt x="9764" y="322"/>
                </a:lnTo>
                <a:lnTo>
                  <a:pt x="9752" y="310"/>
                </a:lnTo>
                <a:cubicBezTo>
                  <a:pt x="9740" y="275"/>
                  <a:pt x="9704" y="263"/>
                  <a:pt x="9693" y="239"/>
                </a:cubicBezTo>
                <a:cubicBezTo>
                  <a:pt x="9657" y="203"/>
                  <a:pt x="9645" y="179"/>
                  <a:pt x="9621" y="144"/>
                </a:cubicBezTo>
                <a:cubicBezTo>
                  <a:pt x="9597" y="132"/>
                  <a:pt x="9573" y="120"/>
                  <a:pt x="9538" y="96"/>
                </a:cubicBezTo>
                <a:cubicBezTo>
                  <a:pt x="9514" y="72"/>
                  <a:pt x="9466" y="60"/>
                  <a:pt x="9419" y="37"/>
                </a:cubicBezTo>
                <a:cubicBezTo>
                  <a:pt x="9407" y="37"/>
                  <a:pt x="9407" y="25"/>
                  <a:pt x="9395" y="25"/>
                </a:cubicBezTo>
                <a:cubicBezTo>
                  <a:pt x="9383" y="25"/>
                  <a:pt x="9347" y="25"/>
                  <a:pt x="9335" y="13"/>
                </a:cubicBezTo>
                <a:cubicBezTo>
                  <a:pt x="9288" y="1"/>
                  <a:pt x="9264" y="1"/>
                  <a:pt x="9216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114300" algn="bl" rotWithShape="0">
              <a:schemeClr val="accent3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35"/>
          <p:cNvSpPr/>
          <p:nvPr/>
        </p:nvSpPr>
        <p:spPr>
          <a:xfrm>
            <a:off x="7547150" y="2587338"/>
            <a:ext cx="237550" cy="296650"/>
          </a:xfrm>
          <a:custGeom>
            <a:avLst/>
            <a:gdLst/>
            <a:ahLst/>
            <a:cxnLst/>
            <a:rect l="l" t="t" r="r" b="b"/>
            <a:pathLst>
              <a:path w="9502" h="11866" extrusionOk="0">
                <a:moveTo>
                  <a:pt x="1298" y="1840"/>
                </a:moveTo>
                <a:lnTo>
                  <a:pt x="7632" y="5936"/>
                </a:lnTo>
                <a:lnTo>
                  <a:pt x="1298" y="10032"/>
                </a:lnTo>
                <a:lnTo>
                  <a:pt x="1298" y="1840"/>
                </a:lnTo>
                <a:close/>
                <a:moveTo>
                  <a:pt x="638" y="1"/>
                </a:moveTo>
                <a:cubicBezTo>
                  <a:pt x="536" y="1"/>
                  <a:pt x="435" y="26"/>
                  <a:pt x="346" y="78"/>
                </a:cubicBezTo>
                <a:cubicBezTo>
                  <a:pt x="131" y="185"/>
                  <a:pt x="0" y="411"/>
                  <a:pt x="0" y="650"/>
                </a:cubicBezTo>
                <a:lnTo>
                  <a:pt x="0" y="11234"/>
                </a:lnTo>
                <a:cubicBezTo>
                  <a:pt x="0" y="11472"/>
                  <a:pt x="131" y="11675"/>
                  <a:pt x="346" y="11794"/>
                </a:cubicBezTo>
                <a:cubicBezTo>
                  <a:pt x="453" y="11841"/>
                  <a:pt x="548" y="11865"/>
                  <a:pt x="655" y="11865"/>
                </a:cubicBezTo>
                <a:cubicBezTo>
                  <a:pt x="774" y="11865"/>
                  <a:pt x="893" y="11841"/>
                  <a:pt x="1012" y="11806"/>
                </a:cubicBezTo>
                <a:lnTo>
                  <a:pt x="9204" y="6507"/>
                </a:lnTo>
                <a:cubicBezTo>
                  <a:pt x="9382" y="6388"/>
                  <a:pt x="9502" y="6186"/>
                  <a:pt x="9502" y="5960"/>
                </a:cubicBezTo>
                <a:cubicBezTo>
                  <a:pt x="9502" y="5734"/>
                  <a:pt x="9382" y="5531"/>
                  <a:pt x="9204" y="5412"/>
                </a:cubicBezTo>
                <a:lnTo>
                  <a:pt x="1012" y="114"/>
                </a:lnTo>
                <a:cubicBezTo>
                  <a:pt x="899" y="41"/>
                  <a:pt x="767" y="1"/>
                  <a:pt x="638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100013" algn="bl" rotWithShape="0">
              <a:schemeClr val="accent3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p35"/>
          <p:cNvSpPr/>
          <p:nvPr/>
        </p:nvSpPr>
        <p:spPr>
          <a:xfrm>
            <a:off x="5951675" y="3300312"/>
            <a:ext cx="317121" cy="296656"/>
          </a:xfrm>
          <a:custGeom>
            <a:avLst/>
            <a:gdLst/>
            <a:ahLst/>
            <a:cxnLst/>
            <a:rect l="l" t="t" r="r" b="b"/>
            <a:pathLst>
              <a:path w="9133" h="8543" extrusionOk="0">
                <a:moveTo>
                  <a:pt x="7481" y="0"/>
                </a:moveTo>
                <a:cubicBezTo>
                  <a:pt x="7385" y="0"/>
                  <a:pt x="7286" y="21"/>
                  <a:pt x="7191" y="65"/>
                </a:cubicBezTo>
                <a:cubicBezTo>
                  <a:pt x="6858" y="220"/>
                  <a:pt x="6727" y="601"/>
                  <a:pt x="6894" y="934"/>
                </a:cubicBezTo>
                <a:cubicBezTo>
                  <a:pt x="7715" y="2613"/>
                  <a:pt x="7382" y="4637"/>
                  <a:pt x="6060" y="5959"/>
                </a:cubicBezTo>
                <a:cubicBezTo>
                  <a:pt x="5223" y="6803"/>
                  <a:pt x="4105" y="7247"/>
                  <a:pt x="2971" y="7247"/>
                </a:cubicBezTo>
                <a:cubicBezTo>
                  <a:pt x="2314" y="7247"/>
                  <a:pt x="1652" y="7098"/>
                  <a:pt x="1036" y="6792"/>
                </a:cubicBezTo>
                <a:cubicBezTo>
                  <a:pt x="945" y="6748"/>
                  <a:pt x="848" y="6727"/>
                  <a:pt x="754" y="6727"/>
                </a:cubicBezTo>
                <a:cubicBezTo>
                  <a:pt x="515" y="6727"/>
                  <a:pt x="286" y="6860"/>
                  <a:pt x="167" y="7090"/>
                </a:cubicBezTo>
                <a:cubicBezTo>
                  <a:pt x="0" y="7411"/>
                  <a:pt x="143" y="7792"/>
                  <a:pt x="464" y="7959"/>
                </a:cubicBezTo>
                <a:cubicBezTo>
                  <a:pt x="1250" y="8340"/>
                  <a:pt x="2119" y="8542"/>
                  <a:pt x="2965" y="8542"/>
                </a:cubicBezTo>
                <a:cubicBezTo>
                  <a:pt x="4429" y="8542"/>
                  <a:pt x="5882" y="7971"/>
                  <a:pt x="6977" y="6888"/>
                </a:cubicBezTo>
                <a:cubicBezTo>
                  <a:pt x="8692" y="5173"/>
                  <a:pt x="9132" y="2554"/>
                  <a:pt x="8049" y="363"/>
                </a:cubicBezTo>
                <a:cubicBezTo>
                  <a:pt x="7946" y="133"/>
                  <a:pt x="7722" y="0"/>
                  <a:pt x="748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100013" algn="bl" rotWithShape="0">
              <a:schemeClr val="accent3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35"/>
          <p:cNvSpPr/>
          <p:nvPr/>
        </p:nvSpPr>
        <p:spPr>
          <a:xfrm rot="1650174">
            <a:off x="7204867" y="3701072"/>
            <a:ext cx="32750" cy="302754"/>
          </a:xfrm>
          <a:custGeom>
            <a:avLst/>
            <a:gdLst/>
            <a:ahLst/>
            <a:cxnLst/>
            <a:rect l="l" t="t" r="r" b="b"/>
            <a:pathLst>
              <a:path w="1310" h="12110" extrusionOk="0">
                <a:moveTo>
                  <a:pt x="655" y="0"/>
                </a:moveTo>
                <a:cubicBezTo>
                  <a:pt x="298" y="0"/>
                  <a:pt x="0" y="298"/>
                  <a:pt x="0" y="655"/>
                </a:cubicBezTo>
                <a:lnTo>
                  <a:pt x="0" y="11454"/>
                </a:lnTo>
                <a:cubicBezTo>
                  <a:pt x="0" y="11811"/>
                  <a:pt x="298" y="12109"/>
                  <a:pt x="655" y="12109"/>
                </a:cubicBezTo>
                <a:cubicBezTo>
                  <a:pt x="1012" y="12109"/>
                  <a:pt x="1310" y="11811"/>
                  <a:pt x="1310" y="11454"/>
                </a:cubicBezTo>
                <a:lnTo>
                  <a:pt x="1310" y="655"/>
                </a:lnTo>
                <a:cubicBezTo>
                  <a:pt x="1310" y="298"/>
                  <a:pt x="1036" y="0"/>
                  <a:pt x="65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100013" algn="bl" rotWithShape="0">
              <a:schemeClr val="accent3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p35"/>
          <p:cNvSpPr/>
          <p:nvPr/>
        </p:nvSpPr>
        <p:spPr>
          <a:xfrm>
            <a:off x="5548725" y="1450625"/>
            <a:ext cx="237550" cy="296650"/>
          </a:xfrm>
          <a:custGeom>
            <a:avLst/>
            <a:gdLst/>
            <a:ahLst/>
            <a:cxnLst/>
            <a:rect l="l" t="t" r="r" b="b"/>
            <a:pathLst>
              <a:path w="9502" h="11866" extrusionOk="0">
                <a:moveTo>
                  <a:pt x="1298" y="1840"/>
                </a:moveTo>
                <a:lnTo>
                  <a:pt x="7632" y="5936"/>
                </a:lnTo>
                <a:lnTo>
                  <a:pt x="1298" y="10032"/>
                </a:lnTo>
                <a:lnTo>
                  <a:pt x="1298" y="1840"/>
                </a:lnTo>
                <a:close/>
                <a:moveTo>
                  <a:pt x="638" y="1"/>
                </a:moveTo>
                <a:cubicBezTo>
                  <a:pt x="536" y="1"/>
                  <a:pt x="435" y="26"/>
                  <a:pt x="346" y="78"/>
                </a:cubicBezTo>
                <a:cubicBezTo>
                  <a:pt x="131" y="185"/>
                  <a:pt x="0" y="411"/>
                  <a:pt x="0" y="650"/>
                </a:cubicBezTo>
                <a:lnTo>
                  <a:pt x="0" y="11234"/>
                </a:lnTo>
                <a:cubicBezTo>
                  <a:pt x="0" y="11472"/>
                  <a:pt x="131" y="11675"/>
                  <a:pt x="346" y="11794"/>
                </a:cubicBezTo>
                <a:cubicBezTo>
                  <a:pt x="453" y="11841"/>
                  <a:pt x="548" y="11865"/>
                  <a:pt x="655" y="11865"/>
                </a:cubicBezTo>
                <a:cubicBezTo>
                  <a:pt x="774" y="11865"/>
                  <a:pt x="893" y="11841"/>
                  <a:pt x="1012" y="11806"/>
                </a:cubicBezTo>
                <a:lnTo>
                  <a:pt x="9204" y="6507"/>
                </a:lnTo>
                <a:cubicBezTo>
                  <a:pt x="9382" y="6388"/>
                  <a:pt x="9502" y="6186"/>
                  <a:pt x="9502" y="5960"/>
                </a:cubicBezTo>
                <a:cubicBezTo>
                  <a:pt x="9502" y="5734"/>
                  <a:pt x="9382" y="5531"/>
                  <a:pt x="9204" y="5412"/>
                </a:cubicBezTo>
                <a:lnTo>
                  <a:pt x="1012" y="114"/>
                </a:lnTo>
                <a:cubicBezTo>
                  <a:pt x="899" y="41"/>
                  <a:pt x="767" y="1"/>
                  <a:pt x="638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100013" algn="bl" rotWithShape="0">
              <a:schemeClr val="accent3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35"/>
          <p:cNvSpPr/>
          <p:nvPr/>
        </p:nvSpPr>
        <p:spPr>
          <a:xfrm>
            <a:off x="8193300" y="2985688"/>
            <a:ext cx="237600" cy="237600"/>
          </a:xfrm>
          <a:prstGeom prst="ellipse">
            <a:avLst/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algn="bl" rotWithShape="0">
              <a:schemeClr val="accent3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35"/>
          <p:cNvSpPr/>
          <p:nvPr/>
        </p:nvSpPr>
        <p:spPr>
          <a:xfrm>
            <a:off x="6822650" y="820662"/>
            <a:ext cx="152100" cy="152100"/>
          </a:xfrm>
          <a:prstGeom prst="ellipse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algn="bl" rotWithShape="0">
              <a:schemeClr val="l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35"/>
          <p:cNvSpPr/>
          <p:nvPr/>
        </p:nvSpPr>
        <p:spPr>
          <a:xfrm>
            <a:off x="4907813" y="1812062"/>
            <a:ext cx="152100" cy="152100"/>
          </a:xfrm>
          <a:prstGeom prst="ellipse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algn="bl" rotWithShape="0">
              <a:schemeClr val="accen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35"/>
          <p:cNvSpPr/>
          <p:nvPr/>
        </p:nvSpPr>
        <p:spPr>
          <a:xfrm>
            <a:off x="7589875" y="4106987"/>
            <a:ext cx="152100" cy="152100"/>
          </a:xfrm>
          <a:prstGeom prst="ellipse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algn="bl" rotWithShape="0">
              <a:schemeClr val="accen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35"/>
          <p:cNvSpPr/>
          <p:nvPr/>
        </p:nvSpPr>
        <p:spPr>
          <a:xfrm>
            <a:off x="5786275" y="3994275"/>
            <a:ext cx="152100" cy="152100"/>
          </a:xfrm>
          <a:prstGeom prst="ellipse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algn="bl" rotWithShape="0">
              <a:schemeClr val="l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E50D15E-E5AA-75EC-C15C-C5834D1FD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100" y="1680900"/>
            <a:ext cx="4446450" cy="576000"/>
          </a:xfrm>
        </p:spPr>
        <p:txBody>
          <a:bodyPr/>
          <a:lstStyle/>
          <a:p>
            <a:r>
              <a:rPr lang="en-IN" dirty="0"/>
              <a:t>Problem Statement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36"/>
          <p:cNvSpPr txBox="1">
            <a:spLocks noGrp="1"/>
          </p:cNvSpPr>
          <p:nvPr>
            <p:ph type="subTitle" idx="1"/>
          </p:nvPr>
        </p:nvSpPr>
        <p:spPr>
          <a:xfrm>
            <a:off x="2793450" y="3383900"/>
            <a:ext cx="3557100" cy="97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 has a beautiful name and is the second planet from the Sun. It’s hotter than Mercury</a:t>
            </a:r>
            <a:endParaRPr/>
          </a:p>
        </p:txBody>
      </p:sp>
      <p:sp>
        <p:nvSpPr>
          <p:cNvPr id="420" name="Google Shape;420;p36"/>
          <p:cNvSpPr txBox="1">
            <a:spLocks noGrp="1"/>
          </p:cNvSpPr>
          <p:nvPr>
            <p:ph type="title"/>
          </p:nvPr>
        </p:nvSpPr>
        <p:spPr>
          <a:xfrm>
            <a:off x="2793450" y="2806000"/>
            <a:ext cx="3557100" cy="57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COMPANY</a:t>
            </a:r>
            <a:endParaRPr/>
          </a:p>
        </p:txBody>
      </p:sp>
      <p:sp>
        <p:nvSpPr>
          <p:cNvPr id="421" name="Google Shape;421;p36"/>
          <p:cNvSpPr/>
          <p:nvPr/>
        </p:nvSpPr>
        <p:spPr>
          <a:xfrm>
            <a:off x="3593100" y="668575"/>
            <a:ext cx="1957800" cy="1957800"/>
          </a:xfrm>
          <a:prstGeom prst="ellipse">
            <a:avLst/>
          </a:prstGeom>
          <a:gradFill>
            <a:gsLst>
              <a:gs pos="0">
                <a:schemeClr val="lt1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  <a:effectLst>
            <a:outerShdw blurRad="128588" algn="bl" rotWithShape="0">
              <a:schemeClr val="accen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p36"/>
          <p:cNvSpPr/>
          <p:nvPr/>
        </p:nvSpPr>
        <p:spPr>
          <a:xfrm>
            <a:off x="4141125" y="1034238"/>
            <a:ext cx="861750" cy="1226475"/>
          </a:xfrm>
          <a:custGeom>
            <a:avLst/>
            <a:gdLst/>
            <a:ahLst/>
            <a:cxnLst/>
            <a:rect l="l" t="t" r="r" b="b"/>
            <a:pathLst>
              <a:path w="34470" h="49059" extrusionOk="0">
                <a:moveTo>
                  <a:pt x="17204" y="0"/>
                </a:moveTo>
                <a:cubicBezTo>
                  <a:pt x="7721" y="0"/>
                  <a:pt x="0" y="7721"/>
                  <a:pt x="0" y="17234"/>
                </a:cubicBezTo>
                <a:lnTo>
                  <a:pt x="0" y="24529"/>
                </a:lnTo>
                <a:cubicBezTo>
                  <a:pt x="0" y="24955"/>
                  <a:pt x="365" y="25320"/>
                  <a:pt x="791" y="25320"/>
                </a:cubicBezTo>
                <a:lnTo>
                  <a:pt x="4438" y="25320"/>
                </a:lnTo>
                <a:cubicBezTo>
                  <a:pt x="4894" y="25320"/>
                  <a:pt x="5259" y="24924"/>
                  <a:pt x="5259" y="24529"/>
                </a:cubicBezTo>
                <a:lnTo>
                  <a:pt x="5259" y="17265"/>
                </a:lnTo>
                <a:cubicBezTo>
                  <a:pt x="5259" y="10639"/>
                  <a:pt x="10639" y="5258"/>
                  <a:pt x="17265" y="5258"/>
                </a:cubicBezTo>
                <a:cubicBezTo>
                  <a:pt x="23861" y="5258"/>
                  <a:pt x="29271" y="10639"/>
                  <a:pt x="29271" y="17265"/>
                </a:cubicBezTo>
                <a:lnTo>
                  <a:pt x="29271" y="31855"/>
                </a:lnTo>
                <a:cubicBezTo>
                  <a:pt x="29271" y="38450"/>
                  <a:pt x="23861" y="43861"/>
                  <a:pt x="17265" y="43861"/>
                </a:cubicBezTo>
                <a:cubicBezTo>
                  <a:pt x="10639" y="43861"/>
                  <a:pt x="5259" y="38450"/>
                  <a:pt x="5259" y="31855"/>
                </a:cubicBezTo>
                <a:lnTo>
                  <a:pt x="5259" y="30821"/>
                </a:lnTo>
                <a:lnTo>
                  <a:pt x="7326" y="30821"/>
                </a:lnTo>
                <a:lnTo>
                  <a:pt x="7326" y="31855"/>
                </a:lnTo>
                <a:cubicBezTo>
                  <a:pt x="7326" y="37326"/>
                  <a:pt x="11794" y="41764"/>
                  <a:pt x="17265" y="41764"/>
                </a:cubicBezTo>
                <a:cubicBezTo>
                  <a:pt x="22736" y="41764"/>
                  <a:pt x="27174" y="37326"/>
                  <a:pt x="27174" y="31855"/>
                </a:cubicBezTo>
                <a:lnTo>
                  <a:pt x="27174" y="17265"/>
                </a:lnTo>
                <a:cubicBezTo>
                  <a:pt x="27174" y="11794"/>
                  <a:pt x="22736" y="7356"/>
                  <a:pt x="17265" y="7356"/>
                </a:cubicBezTo>
                <a:cubicBezTo>
                  <a:pt x="11794" y="7356"/>
                  <a:pt x="7326" y="11794"/>
                  <a:pt x="7326" y="17265"/>
                </a:cubicBezTo>
                <a:lnTo>
                  <a:pt x="7326" y="26383"/>
                </a:lnTo>
                <a:cubicBezTo>
                  <a:pt x="7326" y="26839"/>
                  <a:pt x="7721" y="27174"/>
                  <a:pt x="8146" y="27174"/>
                </a:cubicBezTo>
                <a:lnTo>
                  <a:pt x="11824" y="27174"/>
                </a:lnTo>
                <a:cubicBezTo>
                  <a:pt x="12280" y="27174"/>
                  <a:pt x="12615" y="26809"/>
                  <a:pt x="12615" y="26383"/>
                </a:cubicBezTo>
                <a:lnTo>
                  <a:pt x="12615" y="17265"/>
                </a:lnTo>
                <a:cubicBezTo>
                  <a:pt x="12615" y="14681"/>
                  <a:pt x="14712" y="12584"/>
                  <a:pt x="17295" y="12584"/>
                </a:cubicBezTo>
                <a:cubicBezTo>
                  <a:pt x="19879" y="12584"/>
                  <a:pt x="21976" y="14681"/>
                  <a:pt x="21976" y="17265"/>
                </a:cubicBezTo>
                <a:lnTo>
                  <a:pt x="21976" y="31855"/>
                </a:lnTo>
                <a:cubicBezTo>
                  <a:pt x="21976" y="34438"/>
                  <a:pt x="19879" y="36536"/>
                  <a:pt x="17295" y="36536"/>
                </a:cubicBezTo>
                <a:cubicBezTo>
                  <a:pt x="14712" y="36536"/>
                  <a:pt x="12615" y="34438"/>
                  <a:pt x="12615" y="31855"/>
                </a:cubicBezTo>
                <a:lnTo>
                  <a:pt x="12615" y="30821"/>
                </a:lnTo>
                <a:lnTo>
                  <a:pt x="14712" y="30821"/>
                </a:lnTo>
                <a:lnTo>
                  <a:pt x="14712" y="31855"/>
                </a:lnTo>
                <a:cubicBezTo>
                  <a:pt x="14712" y="33283"/>
                  <a:pt x="15897" y="34469"/>
                  <a:pt x="17326" y="34469"/>
                </a:cubicBezTo>
                <a:cubicBezTo>
                  <a:pt x="18785" y="34469"/>
                  <a:pt x="19940" y="33283"/>
                  <a:pt x="19940" y="31855"/>
                </a:cubicBezTo>
                <a:lnTo>
                  <a:pt x="19940" y="17265"/>
                </a:lnTo>
                <a:cubicBezTo>
                  <a:pt x="19940" y="15806"/>
                  <a:pt x="18785" y="14651"/>
                  <a:pt x="17326" y="14651"/>
                </a:cubicBezTo>
                <a:cubicBezTo>
                  <a:pt x="15897" y="14651"/>
                  <a:pt x="14712" y="15806"/>
                  <a:pt x="14712" y="17265"/>
                </a:cubicBezTo>
                <a:lnTo>
                  <a:pt x="14712" y="26383"/>
                </a:lnTo>
                <a:cubicBezTo>
                  <a:pt x="14712" y="26839"/>
                  <a:pt x="15046" y="27174"/>
                  <a:pt x="15502" y="27174"/>
                </a:cubicBezTo>
                <a:cubicBezTo>
                  <a:pt x="15958" y="27174"/>
                  <a:pt x="16292" y="26809"/>
                  <a:pt x="16292" y="26383"/>
                </a:cubicBezTo>
                <a:lnTo>
                  <a:pt x="16292" y="17265"/>
                </a:lnTo>
                <a:cubicBezTo>
                  <a:pt x="16292" y="16687"/>
                  <a:pt x="16748" y="16231"/>
                  <a:pt x="17326" y="16231"/>
                </a:cubicBezTo>
                <a:cubicBezTo>
                  <a:pt x="17903" y="16231"/>
                  <a:pt x="18359" y="16687"/>
                  <a:pt x="18359" y="17265"/>
                </a:cubicBezTo>
                <a:lnTo>
                  <a:pt x="18359" y="31855"/>
                </a:lnTo>
                <a:cubicBezTo>
                  <a:pt x="18359" y="32432"/>
                  <a:pt x="17903" y="32888"/>
                  <a:pt x="17326" y="32888"/>
                </a:cubicBezTo>
                <a:cubicBezTo>
                  <a:pt x="16748" y="32888"/>
                  <a:pt x="16292" y="32432"/>
                  <a:pt x="16292" y="31855"/>
                </a:cubicBezTo>
                <a:lnTo>
                  <a:pt x="16292" y="30031"/>
                </a:lnTo>
                <a:cubicBezTo>
                  <a:pt x="16292" y="29575"/>
                  <a:pt x="15928" y="29241"/>
                  <a:pt x="15502" y="29241"/>
                </a:cubicBezTo>
                <a:lnTo>
                  <a:pt x="11855" y="29241"/>
                </a:lnTo>
                <a:cubicBezTo>
                  <a:pt x="11399" y="29241"/>
                  <a:pt x="11064" y="29605"/>
                  <a:pt x="11064" y="30031"/>
                </a:cubicBezTo>
                <a:lnTo>
                  <a:pt x="11064" y="31855"/>
                </a:lnTo>
                <a:cubicBezTo>
                  <a:pt x="11064" y="35320"/>
                  <a:pt x="13861" y="38116"/>
                  <a:pt x="17326" y="38116"/>
                </a:cubicBezTo>
                <a:cubicBezTo>
                  <a:pt x="20791" y="38116"/>
                  <a:pt x="23587" y="35320"/>
                  <a:pt x="23587" y="31855"/>
                </a:cubicBezTo>
                <a:lnTo>
                  <a:pt x="23587" y="17265"/>
                </a:lnTo>
                <a:cubicBezTo>
                  <a:pt x="23587" y="13800"/>
                  <a:pt x="20791" y="11003"/>
                  <a:pt x="17326" y="11003"/>
                </a:cubicBezTo>
                <a:cubicBezTo>
                  <a:pt x="13861" y="11003"/>
                  <a:pt x="11064" y="13800"/>
                  <a:pt x="11064" y="17265"/>
                </a:cubicBezTo>
                <a:lnTo>
                  <a:pt x="11064" y="25624"/>
                </a:lnTo>
                <a:lnTo>
                  <a:pt x="8967" y="25624"/>
                </a:lnTo>
                <a:lnTo>
                  <a:pt x="8967" y="17265"/>
                </a:lnTo>
                <a:cubicBezTo>
                  <a:pt x="8967" y="12614"/>
                  <a:pt x="12706" y="8906"/>
                  <a:pt x="17326" y="8906"/>
                </a:cubicBezTo>
                <a:cubicBezTo>
                  <a:pt x="21976" y="8906"/>
                  <a:pt x="25685" y="12675"/>
                  <a:pt x="25685" y="17265"/>
                </a:cubicBezTo>
                <a:lnTo>
                  <a:pt x="25685" y="31855"/>
                </a:lnTo>
                <a:cubicBezTo>
                  <a:pt x="25685" y="36475"/>
                  <a:pt x="21976" y="40213"/>
                  <a:pt x="17326" y="40213"/>
                </a:cubicBezTo>
                <a:cubicBezTo>
                  <a:pt x="12706" y="40213"/>
                  <a:pt x="8967" y="36444"/>
                  <a:pt x="8967" y="31855"/>
                </a:cubicBezTo>
                <a:lnTo>
                  <a:pt x="8967" y="30031"/>
                </a:lnTo>
                <a:cubicBezTo>
                  <a:pt x="8967" y="29575"/>
                  <a:pt x="8602" y="29241"/>
                  <a:pt x="8177" y="29241"/>
                </a:cubicBezTo>
                <a:lnTo>
                  <a:pt x="4529" y="29241"/>
                </a:lnTo>
                <a:cubicBezTo>
                  <a:pt x="4073" y="29241"/>
                  <a:pt x="3739" y="29605"/>
                  <a:pt x="3739" y="30031"/>
                </a:cubicBezTo>
                <a:lnTo>
                  <a:pt x="3739" y="31855"/>
                </a:lnTo>
                <a:cubicBezTo>
                  <a:pt x="3739" y="39332"/>
                  <a:pt x="9818" y="45411"/>
                  <a:pt x="17295" y="45411"/>
                </a:cubicBezTo>
                <a:cubicBezTo>
                  <a:pt x="24773" y="45411"/>
                  <a:pt x="30852" y="39332"/>
                  <a:pt x="30852" y="31855"/>
                </a:cubicBezTo>
                <a:lnTo>
                  <a:pt x="30852" y="17265"/>
                </a:lnTo>
                <a:cubicBezTo>
                  <a:pt x="30852" y="9787"/>
                  <a:pt x="24773" y="3708"/>
                  <a:pt x="17295" y="3708"/>
                </a:cubicBezTo>
                <a:cubicBezTo>
                  <a:pt x="9818" y="3708"/>
                  <a:pt x="3739" y="9787"/>
                  <a:pt x="3739" y="17265"/>
                </a:cubicBezTo>
                <a:lnTo>
                  <a:pt x="3739" y="23800"/>
                </a:lnTo>
                <a:lnTo>
                  <a:pt x="1642" y="23800"/>
                </a:lnTo>
                <a:lnTo>
                  <a:pt x="1642" y="17265"/>
                </a:lnTo>
                <a:cubicBezTo>
                  <a:pt x="1642" y="8632"/>
                  <a:pt x="8663" y="1611"/>
                  <a:pt x="17295" y="1611"/>
                </a:cubicBezTo>
                <a:cubicBezTo>
                  <a:pt x="25928" y="1611"/>
                  <a:pt x="32949" y="8632"/>
                  <a:pt x="32949" y="17265"/>
                </a:cubicBezTo>
                <a:lnTo>
                  <a:pt x="32949" y="31855"/>
                </a:lnTo>
                <a:cubicBezTo>
                  <a:pt x="32949" y="40487"/>
                  <a:pt x="25928" y="47508"/>
                  <a:pt x="17295" y="47508"/>
                </a:cubicBezTo>
                <a:cubicBezTo>
                  <a:pt x="8663" y="47508"/>
                  <a:pt x="1642" y="40487"/>
                  <a:pt x="1642" y="31855"/>
                </a:cubicBezTo>
                <a:lnTo>
                  <a:pt x="1642" y="30031"/>
                </a:lnTo>
                <a:cubicBezTo>
                  <a:pt x="1642" y="29575"/>
                  <a:pt x="1307" y="29241"/>
                  <a:pt x="851" y="29241"/>
                </a:cubicBezTo>
                <a:cubicBezTo>
                  <a:pt x="395" y="29241"/>
                  <a:pt x="31" y="29605"/>
                  <a:pt x="31" y="30031"/>
                </a:cubicBezTo>
                <a:lnTo>
                  <a:pt x="31" y="31855"/>
                </a:lnTo>
                <a:cubicBezTo>
                  <a:pt x="31" y="41338"/>
                  <a:pt x="7751" y="49059"/>
                  <a:pt x="17265" y="49059"/>
                </a:cubicBezTo>
                <a:cubicBezTo>
                  <a:pt x="26749" y="49059"/>
                  <a:pt x="34469" y="41308"/>
                  <a:pt x="34408" y="31794"/>
                </a:cubicBezTo>
                <a:lnTo>
                  <a:pt x="34408" y="17234"/>
                </a:lnTo>
                <a:cubicBezTo>
                  <a:pt x="34408" y="7721"/>
                  <a:pt x="26718" y="0"/>
                  <a:pt x="17204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114300" algn="bl" rotWithShape="0">
              <a:schemeClr val="accent2">
                <a:alpha val="82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p36"/>
          <p:cNvSpPr/>
          <p:nvPr/>
        </p:nvSpPr>
        <p:spPr>
          <a:xfrm>
            <a:off x="2622201" y="1277231"/>
            <a:ext cx="407800" cy="382249"/>
          </a:xfrm>
          <a:custGeom>
            <a:avLst/>
            <a:gdLst/>
            <a:ahLst/>
            <a:cxnLst/>
            <a:rect l="l" t="t" r="r" b="b"/>
            <a:pathLst>
              <a:path w="9121" h="8550" extrusionOk="0">
                <a:moveTo>
                  <a:pt x="1655" y="0"/>
                </a:moveTo>
                <a:cubicBezTo>
                  <a:pt x="1420" y="0"/>
                  <a:pt x="1190" y="135"/>
                  <a:pt x="1072" y="370"/>
                </a:cubicBezTo>
                <a:cubicBezTo>
                  <a:pt x="1" y="2561"/>
                  <a:pt x="441" y="5180"/>
                  <a:pt x="2144" y="6883"/>
                </a:cubicBezTo>
                <a:cubicBezTo>
                  <a:pt x="3239" y="7990"/>
                  <a:pt x="4680" y="8550"/>
                  <a:pt x="6156" y="8550"/>
                </a:cubicBezTo>
                <a:cubicBezTo>
                  <a:pt x="7013" y="8550"/>
                  <a:pt x="7859" y="8359"/>
                  <a:pt x="8668" y="7954"/>
                </a:cubicBezTo>
                <a:cubicBezTo>
                  <a:pt x="8990" y="7811"/>
                  <a:pt x="9121" y="7418"/>
                  <a:pt x="8966" y="7097"/>
                </a:cubicBezTo>
                <a:cubicBezTo>
                  <a:pt x="8857" y="6862"/>
                  <a:pt x="8634" y="6727"/>
                  <a:pt x="8396" y="6727"/>
                </a:cubicBezTo>
                <a:cubicBezTo>
                  <a:pt x="8297" y="6727"/>
                  <a:pt x="8195" y="6750"/>
                  <a:pt x="8097" y="6799"/>
                </a:cubicBezTo>
                <a:cubicBezTo>
                  <a:pt x="7483" y="7099"/>
                  <a:pt x="6824" y="7245"/>
                  <a:pt x="6170" y="7245"/>
                </a:cubicBezTo>
                <a:cubicBezTo>
                  <a:pt x="5033" y="7245"/>
                  <a:pt x="3911" y="6805"/>
                  <a:pt x="3072" y="5966"/>
                </a:cubicBezTo>
                <a:cubicBezTo>
                  <a:pt x="1751" y="4644"/>
                  <a:pt x="1405" y="2620"/>
                  <a:pt x="2239" y="930"/>
                </a:cubicBezTo>
                <a:cubicBezTo>
                  <a:pt x="2394" y="620"/>
                  <a:pt x="2263" y="239"/>
                  <a:pt x="1941" y="72"/>
                </a:cubicBezTo>
                <a:cubicBezTo>
                  <a:pt x="1850" y="23"/>
                  <a:pt x="1752" y="0"/>
                  <a:pt x="1655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157163" algn="bl" rotWithShape="0">
              <a:schemeClr val="l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36"/>
          <p:cNvSpPr/>
          <p:nvPr/>
        </p:nvSpPr>
        <p:spPr>
          <a:xfrm rot="1083274">
            <a:off x="6781264" y="1476469"/>
            <a:ext cx="585152" cy="1033631"/>
          </a:xfrm>
          <a:custGeom>
            <a:avLst/>
            <a:gdLst/>
            <a:ahLst/>
            <a:cxnLst/>
            <a:rect l="l" t="t" r="r" b="b"/>
            <a:pathLst>
              <a:path w="15550" h="27468" extrusionOk="0">
                <a:moveTo>
                  <a:pt x="13335" y="1310"/>
                </a:moveTo>
                <a:lnTo>
                  <a:pt x="10145" y="4489"/>
                </a:lnTo>
                <a:lnTo>
                  <a:pt x="10145" y="1310"/>
                </a:lnTo>
                <a:close/>
                <a:moveTo>
                  <a:pt x="8835" y="2226"/>
                </a:moveTo>
                <a:lnTo>
                  <a:pt x="8835" y="5798"/>
                </a:lnTo>
                <a:lnTo>
                  <a:pt x="5787" y="8846"/>
                </a:lnTo>
                <a:lnTo>
                  <a:pt x="2215" y="8846"/>
                </a:lnTo>
                <a:lnTo>
                  <a:pt x="8835" y="2226"/>
                </a:lnTo>
                <a:close/>
                <a:moveTo>
                  <a:pt x="14240" y="2226"/>
                </a:moveTo>
                <a:lnTo>
                  <a:pt x="14240" y="17335"/>
                </a:lnTo>
                <a:lnTo>
                  <a:pt x="10133" y="17335"/>
                </a:lnTo>
                <a:lnTo>
                  <a:pt x="10133" y="6334"/>
                </a:lnTo>
                <a:lnTo>
                  <a:pt x="14240" y="2226"/>
                </a:lnTo>
                <a:close/>
                <a:moveTo>
                  <a:pt x="8835" y="7644"/>
                </a:moveTo>
                <a:lnTo>
                  <a:pt x="8835" y="17716"/>
                </a:lnTo>
                <a:lnTo>
                  <a:pt x="6704" y="19848"/>
                </a:lnTo>
                <a:lnTo>
                  <a:pt x="6704" y="9775"/>
                </a:lnTo>
                <a:lnTo>
                  <a:pt x="8835" y="7644"/>
                </a:lnTo>
                <a:close/>
                <a:moveTo>
                  <a:pt x="5418" y="10144"/>
                </a:moveTo>
                <a:lnTo>
                  <a:pt x="5418" y="21145"/>
                </a:lnTo>
                <a:lnTo>
                  <a:pt x="1310" y="25253"/>
                </a:lnTo>
                <a:lnTo>
                  <a:pt x="1310" y="10144"/>
                </a:lnTo>
                <a:close/>
                <a:moveTo>
                  <a:pt x="13335" y="18633"/>
                </a:moveTo>
                <a:lnTo>
                  <a:pt x="6704" y="25253"/>
                </a:lnTo>
                <a:lnTo>
                  <a:pt x="6704" y="21681"/>
                </a:lnTo>
                <a:lnTo>
                  <a:pt x="9764" y="18633"/>
                </a:lnTo>
                <a:close/>
                <a:moveTo>
                  <a:pt x="5418" y="22991"/>
                </a:moveTo>
                <a:lnTo>
                  <a:pt x="5418" y="26170"/>
                </a:lnTo>
                <a:lnTo>
                  <a:pt x="2227" y="26170"/>
                </a:lnTo>
                <a:lnTo>
                  <a:pt x="5418" y="22991"/>
                </a:lnTo>
                <a:close/>
                <a:moveTo>
                  <a:pt x="9502" y="0"/>
                </a:moveTo>
                <a:cubicBezTo>
                  <a:pt x="9466" y="0"/>
                  <a:pt x="9418" y="0"/>
                  <a:pt x="9371" y="12"/>
                </a:cubicBezTo>
                <a:cubicBezTo>
                  <a:pt x="9347" y="12"/>
                  <a:pt x="9323" y="24"/>
                  <a:pt x="9299" y="24"/>
                </a:cubicBezTo>
                <a:cubicBezTo>
                  <a:pt x="9287" y="24"/>
                  <a:pt x="9263" y="36"/>
                  <a:pt x="9252" y="36"/>
                </a:cubicBezTo>
                <a:cubicBezTo>
                  <a:pt x="9228" y="48"/>
                  <a:pt x="9204" y="71"/>
                  <a:pt x="9180" y="83"/>
                </a:cubicBezTo>
                <a:cubicBezTo>
                  <a:pt x="9168" y="83"/>
                  <a:pt x="9144" y="95"/>
                  <a:pt x="9133" y="95"/>
                </a:cubicBezTo>
                <a:cubicBezTo>
                  <a:pt x="9109" y="107"/>
                  <a:pt x="9085" y="143"/>
                  <a:pt x="9061" y="155"/>
                </a:cubicBezTo>
                <a:cubicBezTo>
                  <a:pt x="9049" y="167"/>
                  <a:pt x="9049" y="167"/>
                  <a:pt x="9025" y="167"/>
                </a:cubicBezTo>
                <a:lnTo>
                  <a:pt x="191" y="9013"/>
                </a:lnTo>
                <a:cubicBezTo>
                  <a:pt x="143" y="9061"/>
                  <a:pt x="119" y="9096"/>
                  <a:pt x="84" y="9144"/>
                </a:cubicBezTo>
                <a:cubicBezTo>
                  <a:pt x="84" y="9168"/>
                  <a:pt x="72" y="9180"/>
                  <a:pt x="72" y="9180"/>
                </a:cubicBezTo>
                <a:cubicBezTo>
                  <a:pt x="36" y="9227"/>
                  <a:pt x="24" y="9275"/>
                  <a:pt x="12" y="9334"/>
                </a:cubicBezTo>
                <a:lnTo>
                  <a:pt x="12" y="9358"/>
                </a:lnTo>
                <a:cubicBezTo>
                  <a:pt x="12" y="9394"/>
                  <a:pt x="0" y="9430"/>
                  <a:pt x="0" y="9477"/>
                </a:cubicBezTo>
                <a:lnTo>
                  <a:pt x="0" y="26801"/>
                </a:lnTo>
                <a:lnTo>
                  <a:pt x="0" y="26849"/>
                </a:lnTo>
                <a:lnTo>
                  <a:pt x="0" y="26884"/>
                </a:lnTo>
                <a:cubicBezTo>
                  <a:pt x="0" y="26944"/>
                  <a:pt x="12" y="26991"/>
                  <a:pt x="36" y="27051"/>
                </a:cubicBezTo>
                <a:cubicBezTo>
                  <a:pt x="60" y="27110"/>
                  <a:pt x="96" y="27158"/>
                  <a:pt x="131" y="27206"/>
                </a:cubicBezTo>
                <a:lnTo>
                  <a:pt x="155" y="27230"/>
                </a:lnTo>
                <a:cubicBezTo>
                  <a:pt x="191" y="27277"/>
                  <a:pt x="239" y="27301"/>
                  <a:pt x="274" y="27349"/>
                </a:cubicBezTo>
                <a:cubicBezTo>
                  <a:pt x="322" y="27384"/>
                  <a:pt x="370" y="27408"/>
                  <a:pt x="429" y="27420"/>
                </a:cubicBezTo>
                <a:cubicBezTo>
                  <a:pt x="441" y="27420"/>
                  <a:pt x="453" y="27444"/>
                  <a:pt x="477" y="27444"/>
                </a:cubicBezTo>
                <a:cubicBezTo>
                  <a:pt x="536" y="27456"/>
                  <a:pt x="572" y="27468"/>
                  <a:pt x="631" y="27468"/>
                </a:cubicBezTo>
                <a:lnTo>
                  <a:pt x="6037" y="27468"/>
                </a:lnTo>
                <a:cubicBezTo>
                  <a:pt x="6085" y="27468"/>
                  <a:pt x="6132" y="27468"/>
                  <a:pt x="6168" y="27456"/>
                </a:cubicBezTo>
                <a:cubicBezTo>
                  <a:pt x="6204" y="27456"/>
                  <a:pt x="6215" y="27444"/>
                  <a:pt x="6251" y="27444"/>
                </a:cubicBezTo>
                <a:cubicBezTo>
                  <a:pt x="6263" y="27444"/>
                  <a:pt x="6275" y="27420"/>
                  <a:pt x="6287" y="27420"/>
                </a:cubicBezTo>
                <a:cubicBezTo>
                  <a:pt x="6323" y="27408"/>
                  <a:pt x="6335" y="27396"/>
                  <a:pt x="6370" y="27384"/>
                </a:cubicBezTo>
                <a:cubicBezTo>
                  <a:pt x="6382" y="27361"/>
                  <a:pt x="6394" y="27361"/>
                  <a:pt x="6406" y="27361"/>
                </a:cubicBezTo>
                <a:cubicBezTo>
                  <a:pt x="6442" y="27349"/>
                  <a:pt x="6454" y="27313"/>
                  <a:pt x="6477" y="27301"/>
                </a:cubicBezTo>
                <a:lnTo>
                  <a:pt x="6513" y="27277"/>
                </a:lnTo>
                <a:lnTo>
                  <a:pt x="15348" y="18431"/>
                </a:lnTo>
                <a:cubicBezTo>
                  <a:pt x="15395" y="18395"/>
                  <a:pt x="15431" y="18347"/>
                  <a:pt x="15455" y="18300"/>
                </a:cubicBezTo>
                <a:cubicBezTo>
                  <a:pt x="15455" y="18300"/>
                  <a:pt x="15479" y="18288"/>
                  <a:pt x="15479" y="18276"/>
                </a:cubicBezTo>
                <a:cubicBezTo>
                  <a:pt x="15502" y="18228"/>
                  <a:pt x="15514" y="18169"/>
                  <a:pt x="15538" y="18109"/>
                </a:cubicBezTo>
                <a:lnTo>
                  <a:pt x="15538" y="18097"/>
                </a:lnTo>
                <a:cubicBezTo>
                  <a:pt x="15538" y="18050"/>
                  <a:pt x="15550" y="18014"/>
                  <a:pt x="15550" y="17978"/>
                </a:cubicBezTo>
                <a:lnTo>
                  <a:pt x="15550" y="667"/>
                </a:lnTo>
                <a:lnTo>
                  <a:pt x="15550" y="619"/>
                </a:lnTo>
                <a:lnTo>
                  <a:pt x="15550" y="572"/>
                </a:lnTo>
                <a:cubicBezTo>
                  <a:pt x="15550" y="512"/>
                  <a:pt x="15538" y="476"/>
                  <a:pt x="15502" y="417"/>
                </a:cubicBezTo>
                <a:cubicBezTo>
                  <a:pt x="15490" y="357"/>
                  <a:pt x="15443" y="310"/>
                  <a:pt x="15419" y="262"/>
                </a:cubicBezTo>
                <a:lnTo>
                  <a:pt x="15383" y="238"/>
                </a:lnTo>
                <a:cubicBezTo>
                  <a:pt x="15348" y="191"/>
                  <a:pt x="15312" y="155"/>
                  <a:pt x="15264" y="119"/>
                </a:cubicBezTo>
                <a:cubicBezTo>
                  <a:pt x="15217" y="83"/>
                  <a:pt x="15181" y="60"/>
                  <a:pt x="15121" y="36"/>
                </a:cubicBezTo>
                <a:cubicBezTo>
                  <a:pt x="15098" y="36"/>
                  <a:pt x="15086" y="24"/>
                  <a:pt x="15074" y="24"/>
                </a:cubicBezTo>
                <a:cubicBezTo>
                  <a:pt x="15014" y="12"/>
                  <a:pt x="14967" y="0"/>
                  <a:pt x="1490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157163" algn="bl" rotWithShape="0">
              <a:schemeClr val="l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p36"/>
          <p:cNvSpPr/>
          <p:nvPr/>
        </p:nvSpPr>
        <p:spPr>
          <a:xfrm rot="-1865445">
            <a:off x="1442953" y="1050520"/>
            <a:ext cx="501462" cy="835616"/>
          </a:xfrm>
          <a:custGeom>
            <a:avLst/>
            <a:gdLst/>
            <a:ahLst/>
            <a:cxnLst/>
            <a:rect l="l" t="t" r="r" b="b"/>
            <a:pathLst>
              <a:path w="18385" h="30636" extrusionOk="0">
                <a:moveTo>
                  <a:pt x="9645" y="2692"/>
                </a:moveTo>
                <a:lnTo>
                  <a:pt x="16598" y="14669"/>
                </a:lnTo>
                <a:lnTo>
                  <a:pt x="8466" y="14669"/>
                </a:lnTo>
                <a:lnTo>
                  <a:pt x="9371" y="5454"/>
                </a:lnTo>
                <a:lnTo>
                  <a:pt x="9645" y="2692"/>
                </a:lnTo>
                <a:close/>
                <a:moveTo>
                  <a:pt x="8264" y="3537"/>
                </a:moveTo>
                <a:lnTo>
                  <a:pt x="8026" y="5990"/>
                </a:lnTo>
                <a:lnTo>
                  <a:pt x="7180" y="14681"/>
                </a:lnTo>
                <a:lnTo>
                  <a:pt x="1799" y="14681"/>
                </a:lnTo>
                <a:lnTo>
                  <a:pt x="8264" y="3537"/>
                </a:lnTo>
                <a:close/>
                <a:moveTo>
                  <a:pt x="7180" y="15979"/>
                </a:moveTo>
                <a:lnTo>
                  <a:pt x="8026" y="24671"/>
                </a:lnTo>
                <a:lnTo>
                  <a:pt x="8264" y="27123"/>
                </a:lnTo>
                <a:lnTo>
                  <a:pt x="1799" y="15979"/>
                </a:lnTo>
                <a:close/>
                <a:moveTo>
                  <a:pt x="16598" y="15979"/>
                </a:moveTo>
                <a:lnTo>
                  <a:pt x="9645" y="27957"/>
                </a:lnTo>
                <a:lnTo>
                  <a:pt x="9383" y="25194"/>
                </a:lnTo>
                <a:lnTo>
                  <a:pt x="8466" y="15979"/>
                </a:lnTo>
                <a:close/>
                <a:moveTo>
                  <a:pt x="9050" y="1"/>
                </a:moveTo>
                <a:cubicBezTo>
                  <a:pt x="9038" y="1"/>
                  <a:pt x="9014" y="13"/>
                  <a:pt x="9002" y="13"/>
                </a:cubicBezTo>
                <a:cubicBezTo>
                  <a:pt x="8978" y="25"/>
                  <a:pt x="8942" y="25"/>
                  <a:pt x="8919" y="37"/>
                </a:cubicBezTo>
                <a:cubicBezTo>
                  <a:pt x="8883" y="60"/>
                  <a:pt x="8859" y="72"/>
                  <a:pt x="8811" y="96"/>
                </a:cubicBezTo>
                <a:cubicBezTo>
                  <a:pt x="8776" y="120"/>
                  <a:pt x="8764" y="132"/>
                  <a:pt x="8740" y="156"/>
                </a:cubicBezTo>
                <a:cubicBezTo>
                  <a:pt x="8704" y="191"/>
                  <a:pt x="8680" y="215"/>
                  <a:pt x="8669" y="251"/>
                </a:cubicBezTo>
                <a:lnTo>
                  <a:pt x="8621" y="298"/>
                </a:lnTo>
                <a:lnTo>
                  <a:pt x="96" y="15003"/>
                </a:lnTo>
                <a:cubicBezTo>
                  <a:pt x="72" y="15015"/>
                  <a:pt x="72" y="15026"/>
                  <a:pt x="72" y="15038"/>
                </a:cubicBezTo>
                <a:cubicBezTo>
                  <a:pt x="60" y="15074"/>
                  <a:pt x="48" y="15122"/>
                  <a:pt x="37" y="15146"/>
                </a:cubicBezTo>
                <a:cubicBezTo>
                  <a:pt x="37" y="15181"/>
                  <a:pt x="37" y="15193"/>
                  <a:pt x="13" y="15217"/>
                </a:cubicBezTo>
                <a:cubicBezTo>
                  <a:pt x="13" y="15253"/>
                  <a:pt x="1" y="15277"/>
                  <a:pt x="1" y="15312"/>
                </a:cubicBezTo>
                <a:cubicBezTo>
                  <a:pt x="1" y="15336"/>
                  <a:pt x="13" y="15372"/>
                  <a:pt x="13" y="15396"/>
                </a:cubicBezTo>
                <a:cubicBezTo>
                  <a:pt x="13" y="15431"/>
                  <a:pt x="13" y="15443"/>
                  <a:pt x="37" y="15479"/>
                </a:cubicBezTo>
                <a:cubicBezTo>
                  <a:pt x="48" y="15515"/>
                  <a:pt x="60" y="15550"/>
                  <a:pt x="72" y="15574"/>
                </a:cubicBezTo>
                <a:cubicBezTo>
                  <a:pt x="72" y="15598"/>
                  <a:pt x="96" y="15610"/>
                  <a:pt x="96" y="15622"/>
                </a:cubicBezTo>
                <a:lnTo>
                  <a:pt x="8621" y="30326"/>
                </a:lnTo>
                <a:cubicBezTo>
                  <a:pt x="8633" y="30362"/>
                  <a:pt x="8645" y="30374"/>
                  <a:pt x="8669" y="30386"/>
                </a:cubicBezTo>
                <a:lnTo>
                  <a:pt x="8704" y="30433"/>
                </a:lnTo>
                <a:cubicBezTo>
                  <a:pt x="8740" y="30481"/>
                  <a:pt x="8776" y="30505"/>
                  <a:pt x="8823" y="30540"/>
                </a:cubicBezTo>
                <a:cubicBezTo>
                  <a:pt x="8835" y="30540"/>
                  <a:pt x="8835" y="30552"/>
                  <a:pt x="8859" y="30552"/>
                </a:cubicBezTo>
                <a:cubicBezTo>
                  <a:pt x="8919" y="30576"/>
                  <a:pt x="8978" y="30612"/>
                  <a:pt x="9038" y="30624"/>
                </a:cubicBezTo>
                <a:lnTo>
                  <a:pt x="9050" y="30624"/>
                </a:lnTo>
                <a:cubicBezTo>
                  <a:pt x="9097" y="30636"/>
                  <a:pt x="9133" y="30636"/>
                  <a:pt x="9181" y="30636"/>
                </a:cubicBezTo>
                <a:cubicBezTo>
                  <a:pt x="9240" y="30636"/>
                  <a:pt x="9300" y="30624"/>
                  <a:pt x="9359" y="30612"/>
                </a:cubicBezTo>
                <a:lnTo>
                  <a:pt x="9371" y="30612"/>
                </a:lnTo>
                <a:cubicBezTo>
                  <a:pt x="9395" y="30612"/>
                  <a:pt x="9395" y="30600"/>
                  <a:pt x="9407" y="30600"/>
                </a:cubicBezTo>
                <a:cubicBezTo>
                  <a:pt x="9454" y="30576"/>
                  <a:pt x="9490" y="30552"/>
                  <a:pt x="9538" y="30516"/>
                </a:cubicBezTo>
                <a:lnTo>
                  <a:pt x="9585" y="30481"/>
                </a:lnTo>
                <a:cubicBezTo>
                  <a:pt x="9621" y="30445"/>
                  <a:pt x="9657" y="30421"/>
                  <a:pt x="9693" y="30374"/>
                </a:cubicBezTo>
                <a:cubicBezTo>
                  <a:pt x="9704" y="30362"/>
                  <a:pt x="9716" y="30338"/>
                  <a:pt x="9716" y="30326"/>
                </a:cubicBezTo>
                <a:cubicBezTo>
                  <a:pt x="9752" y="30362"/>
                  <a:pt x="9752" y="30362"/>
                  <a:pt x="9764" y="30362"/>
                </a:cubicBezTo>
                <a:lnTo>
                  <a:pt x="18289" y="15658"/>
                </a:lnTo>
                <a:cubicBezTo>
                  <a:pt x="18301" y="15634"/>
                  <a:pt x="18301" y="15622"/>
                  <a:pt x="18301" y="15610"/>
                </a:cubicBezTo>
                <a:cubicBezTo>
                  <a:pt x="18325" y="15574"/>
                  <a:pt x="18336" y="15527"/>
                  <a:pt x="18348" y="15503"/>
                </a:cubicBezTo>
                <a:cubicBezTo>
                  <a:pt x="18348" y="15479"/>
                  <a:pt x="18348" y="15455"/>
                  <a:pt x="18360" y="15431"/>
                </a:cubicBezTo>
                <a:cubicBezTo>
                  <a:pt x="18360" y="15396"/>
                  <a:pt x="18384" y="15372"/>
                  <a:pt x="18384" y="15336"/>
                </a:cubicBezTo>
                <a:cubicBezTo>
                  <a:pt x="18384" y="15312"/>
                  <a:pt x="18360" y="15277"/>
                  <a:pt x="18360" y="15253"/>
                </a:cubicBezTo>
                <a:cubicBezTo>
                  <a:pt x="18360" y="15217"/>
                  <a:pt x="18360" y="15205"/>
                  <a:pt x="18348" y="15181"/>
                </a:cubicBezTo>
                <a:cubicBezTo>
                  <a:pt x="18336" y="15134"/>
                  <a:pt x="18325" y="15098"/>
                  <a:pt x="18301" y="15074"/>
                </a:cubicBezTo>
                <a:cubicBezTo>
                  <a:pt x="18301" y="15062"/>
                  <a:pt x="18289" y="15038"/>
                  <a:pt x="18289" y="15026"/>
                </a:cubicBezTo>
                <a:lnTo>
                  <a:pt x="9764" y="322"/>
                </a:lnTo>
                <a:lnTo>
                  <a:pt x="9752" y="310"/>
                </a:lnTo>
                <a:cubicBezTo>
                  <a:pt x="9740" y="275"/>
                  <a:pt x="9704" y="263"/>
                  <a:pt x="9693" y="239"/>
                </a:cubicBezTo>
                <a:cubicBezTo>
                  <a:pt x="9657" y="203"/>
                  <a:pt x="9645" y="179"/>
                  <a:pt x="9621" y="144"/>
                </a:cubicBezTo>
                <a:cubicBezTo>
                  <a:pt x="9597" y="132"/>
                  <a:pt x="9573" y="120"/>
                  <a:pt x="9538" y="96"/>
                </a:cubicBezTo>
                <a:cubicBezTo>
                  <a:pt x="9514" y="72"/>
                  <a:pt x="9466" y="60"/>
                  <a:pt x="9419" y="37"/>
                </a:cubicBezTo>
                <a:cubicBezTo>
                  <a:pt x="9407" y="37"/>
                  <a:pt x="9407" y="25"/>
                  <a:pt x="9395" y="25"/>
                </a:cubicBezTo>
                <a:cubicBezTo>
                  <a:pt x="9383" y="25"/>
                  <a:pt x="9347" y="25"/>
                  <a:pt x="9335" y="13"/>
                </a:cubicBezTo>
                <a:cubicBezTo>
                  <a:pt x="9288" y="1"/>
                  <a:pt x="9264" y="1"/>
                  <a:pt x="9216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114300" algn="bl" rotWithShape="0">
              <a:schemeClr val="l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36"/>
          <p:cNvSpPr/>
          <p:nvPr/>
        </p:nvSpPr>
        <p:spPr>
          <a:xfrm>
            <a:off x="2279621" y="2065171"/>
            <a:ext cx="195600" cy="195600"/>
          </a:xfrm>
          <a:prstGeom prst="ellipse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algn="bl" rotWithShape="0">
              <a:schemeClr val="accent3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" name="Google Shape;427;p36"/>
          <p:cNvSpPr/>
          <p:nvPr/>
        </p:nvSpPr>
        <p:spPr>
          <a:xfrm rot="1650217">
            <a:off x="470736" y="1647191"/>
            <a:ext cx="42203" cy="390136"/>
          </a:xfrm>
          <a:custGeom>
            <a:avLst/>
            <a:gdLst/>
            <a:ahLst/>
            <a:cxnLst/>
            <a:rect l="l" t="t" r="r" b="b"/>
            <a:pathLst>
              <a:path w="1310" h="12110" extrusionOk="0">
                <a:moveTo>
                  <a:pt x="655" y="0"/>
                </a:moveTo>
                <a:cubicBezTo>
                  <a:pt x="298" y="0"/>
                  <a:pt x="0" y="298"/>
                  <a:pt x="0" y="655"/>
                </a:cubicBezTo>
                <a:lnTo>
                  <a:pt x="0" y="11454"/>
                </a:lnTo>
                <a:cubicBezTo>
                  <a:pt x="0" y="11811"/>
                  <a:pt x="298" y="12109"/>
                  <a:pt x="655" y="12109"/>
                </a:cubicBezTo>
                <a:cubicBezTo>
                  <a:pt x="1012" y="12109"/>
                  <a:pt x="1310" y="11811"/>
                  <a:pt x="1310" y="11454"/>
                </a:cubicBezTo>
                <a:lnTo>
                  <a:pt x="1310" y="655"/>
                </a:lnTo>
                <a:cubicBezTo>
                  <a:pt x="1310" y="298"/>
                  <a:pt x="1036" y="0"/>
                  <a:pt x="655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100013" algn="bl" rotWithShape="0">
              <a:schemeClr val="l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" name="Google Shape;428;p36"/>
          <p:cNvSpPr/>
          <p:nvPr/>
        </p:nvSpPr>
        <p:spPr>
          <a:xfrm>
            <a:off x="8010272" y="1107147"/>
            <a:ext cx="304016" cy="379653"/>
          </a:xfrm>
          <a:custGeom>
            <a:avLst/>
            <a:gdLst/>
            <a:ahLst/>
            <a:cxnLst/>
            <a:rect l="l" t="t" r="r" b="b"/>
            <a:pathLst>
              <a:path w="9502" h="11866" extrusionOk="0">
                <a:moveTo>
                  <a:pt x="1298" y="1840"/>
                </a:moveTo>
                <a:lnTo>
                  <a:pt x="7632" y="5936"/>
                </a:lnTo>
                <a:lnTo>
                  <a:pt x="1298" y="10032"/>
                </a:lnTo>
                <a:lnTo>
                  <a:pt x="1298" y="1840"/>
                </a:lnTo>
                <a:close/>
                <a:moveTo>
                  <a:pt x="638" y="1"/>
                </a:moveTo>
                <a:cubicBezTo>
                  <a:pt x="536" y="1"/>
                  <a:pt x="435" y="26"/>
                  <a:pt x="346" y="78"/>
                </a:cubicBezTo>
                <a:cubicBezTo>
                  <a:pt x="131" y="185"/>
                  <a:pt x="0" y="411"/>
                  <a:pt x="0" y="650"/>
                </a:cubicBezTo>
                <a:lnTo>
                  <a:pt x="0" y="11234"/>
                </a:lnTo>
                <a:cubicBezTo>
                  <a:pt x="0" y="11472"/>
                  <a:pt x="131" y="11675"/>
                  <a:pt x="346" y="11794"/>
                </a:cubicBezTo>
                <a:cubicBezTo>
                  <a:pt x="453" y="11841"/>
                  <a:pt x="548" y="11865"/>
                  <a:pt x="655" y="11865"/>
                </a:cubicBezTo>
                <a:cubicBezTo>
                  <a:pt x="774" y="11865"/>
                  <a:pt x="893" y="11841"/>
                  <a:pt x="1012" y="11806"/>
                </a:cubicBezTo>
                <a:lnTo>
                  <a:pt x="9204" y="6507"/>
                </a:lnTo>
                <a:cubicBezTo>
                  <a:pt x="9382" y="6388"/>
                  <a:pt x="9502" y="6186"/>
                  <a:pt x="9502" y="5960"/>
                </a:cubicBezTo>
                <a:cubicBezTo>
                  <a:pt x="9502" y="5734"/>
                  <a:pt x="9382" y="5531"/>
                  <a:pt x="9204" y="5412"/>
                </a:cubicBezTo>
                <a:lnTo>
                  <a:pt x="1012" y="114"/>
                </a:lnTo>
                <a:cubicBezTo>
                  <a:pt x="899" y="41"/>
                  <a:pt x="767" y="1"/>
                  <a:pt x="638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100013" algn="bl" rotWithShape="0">
              <a:schemeClr val="l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36"/>
          <p:cNvSpPr/>
          <p:nvPr/>
        </p:nvSpPr>
        <p:spPr>
          <a:xfrm rot="6189788">
            <a:off x="8341956" y="1885039"/>
            <a:ext cx="393419" cy="368764"/>
          </a:xfrm>
          <a:custGeom>
            <a:avLst/>
            <a:gdLst/>
            <a:ahLst/>
            <a:cxnLst/>
            <a:rect l="l" t="t" r="r" b="b"/>
            <a:pathLst>
              <a:path w="9121" h="8550" extrusionOk="0">
                <a:moveTo>
                  <a:pt x="1655" y="0"/>
                </a:moveTo>
                <a:cubicBezTo>
                  <a:pt x="1420" y="0"/>
                  <a:pt x="1190" y="135"/>
                  <a:pt x="1072" y="370"/>
                </a:cubicBezTo>
                <a:cubicBezTo>
                  <a:pt x="1" y="2561"/>
                  <a:pt x="441" y="5180"/>
                  <a:pt x="2144" y="6883"/>
                </a:cubicBezTo>
                <a:cubicBezTo>
                  <a:pt x="3239" y="7990"/>
                  <a:pt x="4680" y="8550"/>
                  <a:pt x="6156" y="8550"/>
                </a:cubicBezTo>
                <a:cubicBezTo>
                  <a:pt x="7013" y="8550"/>
                  <a:pt x="7859" y="8359"/>
                  <a:pt x="8668" y="7954"/>
                </a:cubicBezTo>
                <a:cubicBezTo>
                  <a:pt x="8990" y="7811"/>
                  <a:pt x="9121" y="7418"/>
                  <a:pt x="8966" y="7097"/>
                </a:cubicBezTo>
                <a:cubicBezTo>
                  <a:pt x="8857" y="6862"/>
                  <a:pt x="8634" y="6727"/>
                  <a:pt x="8396" y="6727"/>
                </a:cubicBezTo>
                <a:cubicBezTo>
                  <a:pt x="8297" y="6727"/>
                  <a:pt x="8195" y="6750"/>
                  <a:pt x="8097" y="6799"/>
                </a:cubicBezTo>
                <a:cubicBezTo>
                  <a:pt x="7483" y="7099"/>
                  <a:pt x="6824" y="7245"/>
                  <a:pt x="6170" y="7245"/>
                </a:cubicBezTo>
                <a:cubicBezTo>
                  <a:pt x="5033" y="7245"/>
                  <a:pt x="3911" y="6805"/>
                  <a:pt x="3072" y="5966"/>
                </a:cubicBezTo>
                <a:cubicBezTo>
                  <a:pt x="1751" y="4644"/>
                  <a:pt x="1405" y="2620"/>
                  <a:pt x="2239" y="930"/>
                </a:cubicBezTo>
                <a:cubicBezTo>
                  <a:pt x="2394" y="620"/>
                  <a:pt x="2263" y="239"/>
                  <a:pt x="1941" y="72"/>
                </a:cubicBezTo>
                <a:cubicBezTo>
                  <a:pt x="1850" y="23"/>
                  <a:pt x="1752" y="0"/>
                  <a:pt x="1655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157163" algn="bl" rotWithShape="0">
              <a:schemeClr val="l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36"/>
          <p:cNvSpPr/>
          <p:nvPr/>
        </p:nvSpPr>
        <p:spPr>
          <a:xfrm>
            <a:off x="871450" y="1220925"/>
            <a:ext cx="152100" cy="152100"/>
          </a:xfrm>
          <a:prstGeom prst="ellipse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algn="bl" rotWithShape="0">
              <a:schemeClr val="accen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36"/>
          <p:cNvSpPr/>
          <p:nvPr/>
        </p:nvSpPr>
        <p:spPr>
          <a:xfrm>
            <a:off x="5384071" y="1199171"/>
            <a:ext cx="195600" cy="195600"/>
          </a:xfrm>
          <a:prstGeom prst="ellipse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algn="bl" rotWithShape="0">
              <a:schemeClr val="accent3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" name="Google Shape;432;p36"/>
          <p:cNvSpPr/>
          <p:nvPr/>
        </p:nvSpPr>
        <p:spPr>
          <a:xfrm>
            <a:off x="6094000" y="2260725"/>
            <a:ext cx="152100" cy="152100"/>
          </a:xfrm>
          <a:prstGeom prst="ellipse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blurRad="128588" algn="bl" rotWithShape="0">
              <a:schemeClr val="accen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p36"/>
          <p:cNvSpPr/>
          <p:nvPr/>
        </p:nvSpPr>
        <p:spPr>
          <a:xfrm>
            <a:off x="8375621" y="1549683"/>
            <a:ext cx="195600" cy="195600"/>
          </a:xfrm>
          <a:prstGeom prst="ellipse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algn="bl" rotWithShape="0">
              <a:schemeClr val="accent3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36"/>
          <p:cNvSpPr/>
          <p:nvPr/>
        </p:nvSpPr>
        <p:spPr>
          <a:xfrm>
            <a:off x="-66950" y="1835900"/>
            <a:ext cx="152100" cy="152100"/>
          </a:xfrm>
          <a:prstGeom prst="ellipse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algn="bl" rotWithShape="0">
              <a:schemeClr val="accen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F8450CB-042B-25F5-6298-1944A1AB07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500" y="605858"/>
            <a:ext cx="7678922" cy="404103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38"/>
          <p:cNvSpPr/>
          <p:nvPr/>
        </p:nvSpPr>
        <p:spPr>
          <a:xfrm>
            <a:off x="1287300" y="1442549"/>
            <a:ext cx="2258400" cy="2258400"/>
          </a:xfrm>
          <a:prstGeom prst="ellipse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blurRad="142875" algn="bl" rotWithShape="0">
              <a:schemeClr val="accen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3" name="Google Shape;453;p38"/>
          <p:cNvSpPr txBox="1">
            <a:spLocks noGrp="1"/>
          </p:cNvSpPr>
          <p:nvPr>
            <p:ph type="title"/>
          </p:nvPr>
        </p:nvSpPr>
        <p:spPr>
          <a:xfrm>
            <a:off x="4572000" y="398694"/>
            <a:ext cx="3989180" cy="57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Solution:DeadZone</a:t>
            </a:r>
            <a:endParaRPr dirty="0"/>
          </a:p>
        </p:txBody>
      </p:sp>
      <p:sp>
        <p:nvSpPr>
          <p:cNvPr id="454" name="Google Shape;454;p38"/>
          <p:cNvSpPr txBox="1">
            <a:spLocks noGrp="1"/>
          </p:cNvSpPr>
          <p:nvPr>
            <p:ph type="subTitle" idx="1"/>
          </p:nvPr>
        </p:nvSpPr>
        <p:spPr>
          <a:xfrm>
            <a:off x="3438513" y="1266904"/>
            <a:ext cx="5880517" cy="37142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800" b="1" dirty="0"/>
              <a:t>Our Solution:</a:t>
            </a:r>
            <a:br>
              <a:rPr lang="en-US" sz="1800" dirty="0"/>
            </a:br>
            <a:r>
              <a:rPr lang="en-US" sz="1800" dirty="0" err="1"/>
              <a:t>DeadZone</a:t>
            </a:r>
            <a:r>
              <a:rPr lang="en-US" sz="1800" dirty="0"/>
              <a:t> provides </a:t>
            </a:r>
            <a:r>
              <a:rPr lang="en-US" sz="1800" b="1" dirty="0"/>
              <a:t>personalized productivity insights</a:t>
            </a:r>
            <a:r>
              <a:rPr lang="en-US" sz="1800" dirty="0"/>
              <a:t> by tracking study sessions and analyzing time-based performance.</a:t>
            </a:r>
          </a:p>
          <a:p>
            <a:r>
              <a:rPr lang="en-US" sz="1800" b="1" dirty="0"/>
              <a:t>What </a:t>
            </a:r>
            <a:r>
              <a:rPr lang="en-US" sz="1800" b="1" dirty="0" err="1"/>
              <a:t>DeadZone</a:t>
            </a:r>
            <a:r>
              <a:rPr lang="en-US" sz="1800" b="1" dirty="0"/>
              <a:t> Does:</a:t>
            </a:r>
            <a:endParaRPr lang="en-US" sz="1800" dirty="0"/>
          </a:p>
          <a:p>
            <a:r>
              <a:rPr lang="en-US" sz="1800" dirty="0"/>
              <a:t>Records study sessions</a:t>
            </a:r>
          </a:p>
          <a:p>
            <a:r>
              <a:rPr lang="en-US" sz="1800" dirty="0"/>
              <a:t>Tracks distractions &amp; focus level</a:t>
            </a:r>
          </a:p>
          <a:p>
            <a:r>
              <a:rPr lang="en-US" sz="1800" dirty="0"/>
              <a:t>Calculates productivity score</a:t>
            </a:r>
          </a:p>
          <a:p>
            <a:r>
              <a:rPr lang="en-US" sz="1800" dirty="0"/>
              <a:t>Identifies </a:t>
            </a:r>
            <a:r>
              <a:rPr lang="en-US" sz="1800" b="1" dirty="0"/>
              <a:t>Best Study Window</a:t>
            </a:r>
            <a:endParaRPr lang="en-US" sz="1800" dirty="0"/>
          </a:p>
          <a:p>
            <a:r>
              <a:rPr lang="en-US" sz="1800" dirty="0"/>
              <a:t>Detects </a:t>
            </a:r>
            <a:r>
              <a:rPr lang="en-US" sz="1800" b="1" dirty="0"/>
              <a:t>Dead Zone (least productive time)</a:t>
            </a:r>
            <a:endParaRPr lang="en-US" sz="1800" dirty="0"/>
          </a:p>
          <a:p>
            <a:r>
              <a:rPr lang="en-US" sz="1800" b="1" dirty="0"/>
              <a:t>Outcome:</a:t>
            </a:r>
            <a:br>
              <a:rPr lang="en-US" sz="1800" dirty="0"/>
            </a:br>
            <a:r>
              <a:rPr lang="en-US" sz="1800" dirty="0"/>
              <a:t>Students can </a:t>
            </a:r>
            <a:r>
              <a:rPr lang="en-US" sz="1800" b="1" dirty="0"/>
              <a:t>study smarter, not longer</a:t>
            </a:r>
            <a:r>
              <a:rPr lang="en-US" sz="1800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55" name="Google Shape;455;p38"/>
          <p:cNvSpPr/>
          <p:nvPr/>
        </p:nvSpPr>
        <p:spPr>
          <a:xfrm>
            <a:off x="1437600" y="1592850"/>
            <a:ext cx="1957800" cy="1957800"/>
          </a:xfrm>
          <a:prstGeom prst="ellipse">
            <a:avLst/>
          </a:prstGeom>
          <a:gradFill>
            <a:gsLst>
              <a:gs pos="0">
                <a:schemeClr val="lt1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  <a:effectLst>
            <a:outerShdw blurRad="128588" algn="bl" rotWithShape="0">
              <a:schemeClr val="accen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56" name="Google Shape;456;p38"/>
          <p:cNvGrpSpPr/>
          <p:nvPr/>
        </p:nvGrpSpPr>
        <p:grpSpPr>
          <a:xfrm>
            <a:off x="2011886" y="2256930"/>
            <a:ext cx="809228" cy="629637"/>
            <a:chOff x="6457650" y="4065500"/>
            <a:chExt cx="303025" cy="235775"/>
          </a:xfrm>
        </p:grpSpPr>
        <p:sp>
          <p:nvSpPr>
            <p:cNvPr id="457" name="Google Shape;457;p38"/>
            <p:cNvSpPr/>
            <p:nvPr/>
          </p:nvSpPr>
          <p:spPr>
            <a:xfrm>
              <a:off x="6534725" y="4114325"/>
              <a:ext cx="81900" cy="136350"/>
            </a:xfrm>
            <a:custGeom>
              <a:avLst/>
              <a:gdLst/>
              <a:ahLst/>
              <a:cxnLst/>
              <a:rect l="l" t="t" r="r" b="b"/>
              <a:pathLst>
                <a:path w="3276" h="5454" extrusionOk="0">
                  <a:moveTo>
                    <a:pt x="1620" y="1"/>
                  </a:moveTo>
                  <a:cubicBezTo>
                    <a:pt x="1430" y="1"/>
                    <a:pt x="1263" y="155"/>
                    <a:pt x="1263" y="358"/>
                  </a:cubicBezTo>
                  <a:lnTo>
                    <a:pt x="1263" y="774"/>
                  </a:lnTo>
                  <a:cubicBezTo>
                    <a:pt x="441" y="774"/>
                    <a:pt x="13" y="1346"/>
                    <a:pt x="13" y="1929"/>
                  </a:cubicBezTo>
                  <a:cubicBezTo>
                    <a:pt x="13" y="2572"/>
                    <a:pt x="537" y="3084"/>
                    <a:pt x="1168" y="3084"/>
                  </a:cubicBezTo>
                  <a:lnTo>
                    <a:pt x="2061" y="3084"/>
                  </a:lnTo>
                  <a:cubicBezTo>
                    <a:pt x="2323" y="3084"/>
                    <a:pt x="2513" y="3287"/>
                    <a:pt x="2513" y="3537"/>
                  </a:cubicBezTo>
                  <a:cubicBezTo>
                    <a:pt x="2513" y="3787"/>
                    <a:pt x="2323" y="3977"/>
                    <a:pt x="2061" y="3977"/>
                  </a:cubicBezTo>
                  <a:lnTo>
                    <a:pt x="1132" y="3977"/>
                  </a:lnTo>
                  <a:cubicBezTo>
                    <a:pt x="953" y="3977"/>
                    <a:pt x="775" y="3894"/>
                    <a:pt x="656" y="3739"/>
                  </a:cubicBezTo>
                  <a:cubicBezTo>
                    <a:pt x="591" y="3661"/>
                    <a:pt x="494" y="3622"/>
                    <a:pt x="394" y="3622"/>
                  </a:cubicBezTo>
                  <a:cubicBezTo>
                    <a:pt x="311" y="3622"/>
                    <a:pt x="226" y="3649"/>
                    <a:pt x="156" y="3703"/>
                  </a:cubicBezTo>
                  <a:cubicBezTo>
                    <a:pt x="13" y="3822"/>
                    <a:pt x="1" y="4037"/>
                    <a:pt x="120" y="4192"/>
                  </a:cubicBezTo>
                  <a:cubicBezTo>
                    <a:pt x="441" y="4596"/>
                    <a:pt x="834" y="4680"/>
                    <a:pt x="1275" y="4680"/>
                  </a:cubicBezTo>
                  <a:lnTo>
                    <a:pt x="1275" y="5096"/>
                  </a:lnTo>
                  <a:cubicBezTo>
                    <a:pt x="1275" y="5287"/>
                    <a:pt x="1441" y="5454"/>
                    <a:pt x="1632" y="5454"/>
                  </a:cubicBezTo>
                  <a:cubicBezTo>
                    <a:pt x="1822" y="5454"/>
                    <a:pt x="1989" y="5287"/>
                    <a:pt x="1989" y="5096"/>
                  </a:cubicBezTo>
                  <a:lnTo>
                    <a:pt x="1989" y="4680"/>
                  </a:lnTo>
                  <a:cubicBezTo>
                    <a:pt x="2799" y="4680"/>
                    <a:pt x="3239" y="4132"/>
                    <a:pt x="3239" y="3525"/>
                  </a:cubicBezTo>
                  <a:cubicBezTo>
                    <a:pt x="3239" y="2918"/>
                    <a:pt x="2727" y="2394"/>
                    <a:pt x="2084" y="2394"/>
                  </a:cubicBezTo>
                  <a:lnTo>
                    <a:pt x="1191" y="2394"/>
                  </a:lnTo>
                  <a:cubicBezTo>
                    <a:pt x="941" y="2394"/>
                    <a:pt x="739" y="2203"/>
                    <a:pt x="739" y="1941"/>
                  </a:cubicBezTo>
                  <a:cubicBezTo>
                    <a:pt x="739" y="1691"/>
                    <a:pt x="941" y="1501"/>
                    <a:pt x="1191" y="1501"/>
                  </a:cubicBezTo>
                  <a:lnTo>
                    <a:pt x="2037" y="1501"/>
                  </a:lnTo>
                  <a:cubicBezTo>
                    <a:pt x="2251" y="1501"/>
                    <a:pt x="2454" y="1620"/>
                    <a:pt x="2573" y="1798"/>
                  </a:cubicBezTo>
                  <a:cubicBezTo>
                    <a:pt x="2641" y="1904"/>
                    <a:pt x="2757" y="1957"/>
                    <a:pt x="2873" y="1957"/>
                  </a:cubicBezTo>
                  <a:cubicBezTo>
                    <a:pt x="2939" y="1957"/>
                    <a:pt x="3004" y="1940"/>
                    <a:pt x="3061" y="1906"/>
                  </a:cubicBezTo>
                  <a:cubicBezTo>
                    <a:pt x="3227" y="1798"/>
                    <a:pt x="3275" y="1572"/>
                    <a:pt x="3168" y="1405"/>
                  </a:cubicBezTo>
                  <a:lnTo>
                    <a:pt x="3168" y="1394"/>
                  </a:lnTo>
                  <a:cubicBezTo>
                    <a:pt x="2918" y="1013"/>
                    <a:pt x="2513" y="774"/>
                    <a:pt x="1977" y="774"/>
                  </a:cubicBezTo>
                  <a:lnTo>
                    <a:pt x="1977" y="358"/>
                  </a:lnTo>
                  <a:cubicBezTo>
                    <a:pt x="1977" y="155"/>
                    <a:pt x="1811" y="1"/>
                    <a:pt x="16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114300" algn="bl" rotWithShape="0">
                <a:schemeClr val="accent2">
                  <a:alpha val="8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38"/>
            <p:cNvSpPr/>
            <p:nvPr/>
          </p:nvSpPr>
          <p:spPr>
            <a:xfrm>
              <a:off x="6457650" y="4065500"/>
              <a:ext cx="303025" cy="235775"/>
            </a:xfrm>
            <a:custGeom>
              <a:avLst/>
              <a:gdLst/>
              <a:ahLst/>
              <a:cxnLst/>
              <a:rect l="l" t="t" r="r" b="b"/>
              <a:pathLst>
                <a:path w="12121" h="9431" extrusionOk="0">
                  <a:moveTo>
                    <a:pt x="10466" y="1227"/>
                  </a:moveTo>
                  <a:lnTo>
                    <a:pt x="10192" y="5502"/>
                  </a:lnTo>
                  <a:cubicBezTo>
                    <a:pt x="10180" y="5716"/>
                    <a:pt x="10347" y="5871"/>
                    <a:pt x="10549" y="5871"/>
                  </a:cubicBezTo>
                  <a:lnTo>
                    <a:pt x="11001" y="5871"/>
                  </a:lnTo>
                  <a:lnTo>
                    <a:pt x="9561" y="7919"/>
                  </a:lnTo>
                  <a:cubicBezTo>
                    <a:pt x="9347" y="7633"/>
                    <a:pt x="8334" y="6168"/>
                    <a:pt x="8132" y="5871"/>
                  </a:cubicBezTo>
                  <a:lnTo>
                    <a:pt x="8573" y="5871"/>
                  </a:lnTo>
                  <a:cubicBezTo>
                    <a:pt x="8787" y="5871"/>
                    <a:pt x="8942" y="5692"/>
                    <a:pt x="8930" y="5502"/>
                  </a:cubicBezTo>
                  <a:lnTo>
                    <a:pt x="8668" y="1227"/>
                  </a:lnTo>
                  <a:close/>
                  <a:moveTo>
                    <a:pt x="4739" y="680"/>
                  </a:moveTo>
                  <a:cubicBezTo>
                    <a:pt x="6060" y="680"/>
                    <a:pt x="7275" y="1323"/>
                    <a:pt x="8025" y="2406"/>
                  </a:cubicBezTo>
                  <a:lnTo>
                    <a:pt x="8192" y="5180"/>
                  </a:lnTo>
                  <a:lnTo>
                    <a:pt x="7442" y="5180"/>
                  </a:lnTo>
                  <a:cubicBezTo>
                    <a:pt x="7156" y="5180"/>
                    <a:pt x="7001" y="5502"/>
                    <a:pt x="7156" y="5728"/>
                  </a:cubicBezTo>
                  <a:lnTo>
                    <a:pt x="8037" y="6978"/>
                  </a:lnTo>
                  <a:cubicBezTo>
                    <a:pt x="7275" y="8061"/>
                    <a:pt x="6060" y="8716"/>
                    <a:pt x="4739" y="8716"/>
                  </a:cubicBezTo>
                  <a:cubicBezTo>
                    <a:pt x="2512" y="8716"/>
                    <a:pt x="714" y="6918"/>
                    <a:pt x="714" y="4704"/>
                  </a:cubicBezTo>
                  <a:cubicBezTo>
                    <a:pt x="714" y="2489"/>
                    <a:pt x="2512" y="680"/>
                    <a:pt x="4739" y="680"/>
                  </a:cubicBezTo>
                  <a:close/>
                  <a:moveTo>
                    <a:pt x="4715" y="1"/>
                  </a:moveTo>
                  <a:cubicBezTo>
                    <a:pt x="2119" y="1"/>
                    <a:pt x="0" y="2108"/>
                    <a:pt x="0" y="4716"/>
                  </a:cubicBezTo>
                  <a:cubicBezTo>
                    <a:pt x="0" y="7323"/>
                    <a:pt x="2119" y="9431"/>
                    <a:pt x="4715" y="9431"/>
                  </a:cubicBezTo>
                  <a:cubicBezTo>
                    <a:pt x="6168" y="9431"/>
                    <a:pt x="7549" y="8776"/>
                    <a:pt x="8454" y="7609"/>
                  </a:cubicBezTo>
                  <a:lnTo>
                    <a:pt x="9263" y="8752"/>
                  </a:lnTo>
                  <a:cubicBezTo>
                    <a:pt x="9329" y="8847"/>
                    <a:pt x="9436" y="8895"/>
                    <a:pt x="9544" y="8895"/>
                  </a:cubicBezTo>
                  <a:cubicBezTo>
                    <a:pt x="9653" y="8895"/>
                    <a:pt x="9763" y="8847"/>
                    <a:pt x="9835" y="8752"/>
                  </a:cubicBezTo>
                  <a:lnTo>
                    <a:pt x="11954" y="5740"/>
                  </a:lnTo>
                  <a:cubicBezTo>
                    <a:pt x="12121" y="5490"/>
                    <a:pt x="11954" y="5180"/>
                    <a:pt x="11656" y="5180"/>
                  </a:cubicBezTo>
                  <a:lnTo>
                    <a:pt x="10906" y="5180"/>
                  </a:lnTo>
                  <a:lnTo>
                    <a:pt x="11180" y="906"/>
                  </a:lnTo>
                  <a:cubicBezTo>
                    <a:pt x="11192" y="703"/>
                    <a:pt x="11025" y="537"/>
                    <a:pt x="10823" y="537"/>
                  </a:cubicBezTo>
                  <a:lnTo>
                    <a:pt x="8275" y="537"/>
                  </a:lnTo>
                  <a:cubicBezTo>
                    <a:pt x="8073" y="537"/>
                    <a:pt x="7906" y="715"/>
                    <a:pt x="7918" y="906"/>
                  </a:cubicBezTo>
                  <a:lnTo>
                    <a:pt x="7930" y="1263"/>
                  </a:lnTo>
                  <a:cubicBezTo>
                    <a:pt x="7072" y="465"/>
                    <a:pt x="5929" y="1"/>
                    <a:pt x="47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114300" algn="bl" rotWithShape="0">
                <a:schemeClr val="accent2">
                  <a:alpha val="8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9" name="Google Shape;459;p38"/>
          <p:cNvSpPr/>
          <p:nvPr/>
        </p:nvSpPr>
        <p:spPr>
          <a:xfrm flipH="1">
            <a:off x="789439" y="2759534"/>
            <a:ext cx="1015791" cy="954689"/>
          </a:xfrm>
          <a:custGeom>
            <a:avLst/>
            <a:gdLst/>
            <a:ahLst/>
            <a:cxnLst/>
            <a:rect l="l" t="t" r="r" b="b"/>
            <a:pathLst>
              <a:path w="23314" h="22019" extrusionOk="0">
                <a:moveTo>
                  <a:pt x="9300" y="1306"/>
                </a:moveTo>
                <a:cubicBezTo>
                  <a:pt x="12241" y="1306"/>
                  <a:pt x="15182" y="2427"/>
                  <a:pt x="17420" y="4671"/>
                </a:cubicBezTo>
                <a:cubicBezTo>
                  <a:pt x="21753" y="9005"/>
                  <a:pt x="21908" y="15934"/>
                  <a:pt x="17872" y="20446"/>
                </a:cubicBezTo>
                <a:lnTo>
                  <a:pt x="1644" y="4218"/>
                </a:lnTo>
                <a:cubicBezTo>
                  <a:pt x="3820" y="2278"/>
                  <a:pt x="6560" y="1306"/>
                  <a:pt x="9300" y="1306"/>
                </a:cubicBezTo>
                <a:close/>
                <a:moveTo>
                  <a:pt x="9293" y="0"/>
                </a:moveTo>
                <a:cubicBezTo>
                  <a:pt x="6019" y="0"/>
                  <a:pt x="2745" y="1248"/>
                  <a:pt x="251" y="3742"/>
                </a:cubicBezTo>
                <a:cubicBezTo>
                  <a:pt x="1" y="4004"/>
                  <a:pt x="1" y="4421"/>
                  <a:pt x="251" y="4671"/>
                </a:cubicBezTo>
                <a:lnTo>
                  <a:pt x="17420" y="21828"/>
                </a:lnTo>
                <a:cubicBezTo>
                  <a:pt x="17562" y="21958"/>
                  <a:pt x="17717" y="22018"/>
                  <a:pt x="17884" y="22018"/>
                </a:cubicBezTo>
                <a:cubicBezTo>
                  <a:pt x="18051" y="22018"/>
                  <a:pt x="18217" y="21958"/>
                  <a:pt x="18336" y="21828"/>
                </a:cubicBezTo>
                <a:cubicBezTo>
                  <a:pt x="23313" y="16839"/>
                  <a:pt x="23313" y="8731"/>
                  <a:pt x="18336" y="3742"/>
                </a:cubicBezTo>
                <a:cubicBezTo>
                  <a:pt x="15842" y="1248"/>
                  <a:pt x="12568" y="0"/>
                  <a:pt x="929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142875" algn="bl" rotWithShape="0">
              <a:schemeClr val="accent3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" name="Google Shape;460;p38"/>
          <p:cNvSpPr/>
          <p:nvPr/>
        </p:nvSpPr>
        <p:spPr>
          <a:xfrm rot="1857768" flipH="1">
            <a:off x="181659" y="-469466"/>
            <a:ext cx="937151" cy="1558071"/>
          </a:xfrm>
          <a:custGeom>
            <a:avLst/>
            <a:gdLst/>
            <a:ahLst/>
            <a:cxnLst/>
            <a:rect l="l" t="t" r="r" b="b"/>
            <a:pathLst>
              <a:path w="18385" h="30636" extrusionOk="0">
                <a:moveTo>
                  <a:pt x="9645" y="2692"/>
                </a:moveTo>
                <a:lnTo>
                  <a:pt x="16598" y="14669"/>
                </a:lnTo>
                <a:lnTo>
                  <a:pt x="8466" y="14669"/>
                </a:lnTo>
                <a:lnTo>
                  <a:pt x="9371" y="5454"/>
                </a:lnTo>
                <a:lnTo>
                  <a:pt x="9645" y="2692"/>
                </a:lnTo>
                <a:close/>
                <a:moveTo>
                  <a:pt x="8264" y="3537"/>
                </a:moveTo>
                <a:lnTo>
                  <a:pt x="8026" y="5990"/>
                </a:lnTo>
                <a:lnTo>
                  <a:pt x="7180" y="14681"/>
                </a:lnTo>
                <a:lnTo>
                  <a:pt x="1799" y="14681"/>
                </a:lnTo>
                <a:lnTo>
                  <a:pt x="8264" y="3537"/>
                </a:lnTo>
                <a:close/>
                <a:moveTo>
                  <a:pt x="7180" y="15979"/>
                </a:moveTo>
                <a:lnTo>
                  <a:pt x="8026" y="24671"/>
                </a:lnTo>
                <a:lnTo>
                  <a:pt x="8264" y="27123"/>
                </a:lnTo>
                <a:lnTo>
                  <a:pt x="1799" y="15979"/>
                </a:lnTo>
                <a:close/>
                <a:moveTo>
                  <a:pt x="16598" y="15979"/>
                </a:moveTo>
                <a:lnTo>
                  <a:pt x="9645" y="27957"/>
                </a:lnTo>
                <a:lnTo>
                  <a:pt x="9383" y="25194"/>
                </a:lnTo>
                <a:lnTo>
                  <a:pt x="8466" y="15979"/>
                </a:lnTo>
                <a:close/>
                <a:moveTo>
                  <a:pt x="9050" y="1"/>
                </a:moveTo>
                <a:cubicBezTo>
                  <a:pt x="9038" y="1"/>
                  <a:pt x="9014" y="13"/>
                  <a:pt x="9002" y="13"/>
                </a:cubicBezTo>
                <a:cubicBezTo>
                  <a:pt x="8978" y="25"/>
                  <a:pt x="8942" y="25"/>
                  <a:pt x="8919" y="37"/>
                </a:cubicBezTo>
                <a:cubicBezTo>
                  <a:pt x="8883" y="60"/>
                  <a:pt x="8859" y="72"/>
                  <a:pt x="8811" y="96"/>
                </a:cubicBezTo>
                <a:cubicBezTo>
                  <a:pt x="8776" y="120"/>
                  <a:pt x="8764" y="132"/>
                  <a:pt x="8740" y="156"/>
                </a:cubicBezTo>
                <a:cubicBezTo>
                  <a:pt x="8704" y="191"/>
                  <a:pt x="8680" y="215"/>
                  <a:pt x="8669" y="251"/>
                </a:cubicBezTo>
                <a:lnTo>
                  <a:pt x="8621" y="298"/>
                </a:lnTo>
                <a:lnTo>
                  <a:pt x="96" y="15003"/>
                </a:lnTo>
                <a:cubicBezTo>
                  <a:pt x="72" y="15015"/>
                  <a:pt x="72" y="15026"/>
                  <a:pt x="72" y="15038"/>
                </a:cubicBezTo>
                <a:cubicBezTo>
                  <a:pt x="60" y="15074"/>
                  <a:pt x="48" y="15122"/>
                  <a:pt x="37" y="15146"/>
                </a:cubicBezTo>
                <a:cubicBezTo>
                  <a:pt x="37" y="15181"/>
                  <a:pt x="37" y="15193"/>
                  <a:pt x="13" y="15217"/>
                </a:cubicBezTo>
                <a:cubicBezTo>
                  <a:pt x="13" y="15253"/>
                  <a:pt x="1" y="15277"/>
                  <a:pt x="1" y="15312"/>
                </a:cubicBezTo>
                <a:cubicBezTo>
                  <a:pt x="1" y="15336"/>
                  <a:pt x="13" y="15372"/>
                  <a:pt x="13" y="15396"/>
                </a:cubicBezTo>
                <a:cubicBezTo>
                  <a:pt x="13" y="15431"/>
                  <a:pt x="13" y="15443"/>
                  <a:pt x="37" y="15479"/>
                </a:cubicBezTo>
                <a:cubicBezTo>
                  <a:pt x="48" y="15515"/>
                  <a:pt x="60" y="15550"/>
                  <a:pt x="72" y="15574"/>
                </a:cubicBezTo>
                <a:cubicBezTo>
                  <a:pt x="72" y="15598"/>
                  <a:pt x="96" y="15610"/>
                  <a:pt x="96" y="15622"/>
                </a:cubicBezTo>
                <a:lnTo>
                  <a:pt x="8621" y="30326"/>
                </a:lnTo>
                <a:cubicBezTo>
                  <a:pt x="8633" y="30362"/>
                  <a:pt x="8645" y="30374"/>
                  <a:pt x="8669" y="30386"/>
                </a:cubicBezTo>
                <a:lnTo>
                  <a:pt x="8704" y="30433"/>
                </a:lnTo>
                <a:cubicBezTo>
                  <a:pt x="8740" y="30481"/>
                  <a:pt x="8776" y="30505"/>
                  <a:pt x="8823" y="30540"/>
                </a:cubicBezTo>
                <a:cubicBezTo>
                  <a:pt x="8835" y="30540"/>
                  <a:pt x="8835" y="30552"/>
                  <a:pt x="8859" y="30552"/>
                </a:cubicBezTo>
                <a:cubicBezTo>
                  <a:pt x="8919" y="30576"/>
                  <a:pt x="8978" y="30612"/>
                  <a:pt x="9038" y="30624"/>
                </a:cubicBezTo>
                <a:lnTo>
                  <a:pt x="9050" y="30624"/>
                </a:lnTo>
                <a:cubicBezTo>
                  <a:pt x="9097" y="30636"/>
                  <a:pt x="9133" y="30636"/>
                  <a:pt x="9181" y="30636"/>
                </a:cubicBezTo>
                <a:cubicBezTo>
                  <a:pt x="9240" y="30636"/>
                  <a:pt x="9300" y="30624"/>
                  <a:pt x="9359" y="30612"/>
                </a:cubicBezTo>
                <a:lnTo>
                  <a:pt x="9371" y="30612"/>
                </a:lnTo>
                <a:cubicBezTo>
                  <a:pt x="9395" y="30612"/>
                  <a:pt x="9395" y="30600"/>
                  <a:pt x="9407" y="30600"/>
                </a:cubicBezTo>
                <a:cubicBezTo>
                  <a:pt x="9454" y="30576"/>
                  <a:pt x="9490" y="30552"/>
                  <a:pt x="9538" y="30516"/>
                </a:cubicBezTo>
                <a:lnTo>
                  <a:pt x="9585" y="30481"/>
                </a:lnTo>
                <a:cubicBezTo>
                  <a:pt x="9621" y="30445"/>
                  <a:pt x="9657" y="30421"/>
                  <a:pt x="9693" y="30374"/>
                </a:cubicBezTo>
                <a:cubicBezTo>
                  <a:pt x="9704" y="30362"/>
                  <a:pt x="9716" y="30338"/>
                  <a:pt x="9716" y="30326"/>
                </a:cubicBezTo>
                <a:cubicBezTo>
                  <a:pt x="9752" y="30362"/>
                  <a:pt x="9752" y="30362"/>
                  <a:pt x="9764" y="30362"/>
                </a:cubicBezTo>
                <a:lnTo>
                  <a:pt x="18289" y="15658"/>
                </a:lnTo>
                <a:cubicBezTo>
                  <a:pt x="18301" y="15634"/>
                  <a:pt x="18301" y="15622"/>
                  <a:pt x="18301" y="15610"/>
                </a:cubicBezTo>
                <a:cubicBezTo>
                  <a:pt x="18325" y="15574"/>
                  <a:pt x="18336" y="15527"/>
                  <a:pt x="18348" y="15503"/>
                </a:cubicBezTo>
                <a:cubicBezTo>
                  <a:pt x="18348" y="15479"/>
                  <a:pt x="18348" y="15455"/>
                  <a:pt x="18360" y="15431"/>
                </a:cubicBezTo>
                <a:cubicBezTo>
                  <a:pt x="18360" y="15396"/>
                  <a:pt x="18384" y="15372"/>
                  <a:pt x="18384" y="15336"/>
                </a:cubicBezTo>
                <a:cubicBezTo>
                  <a:pt x="18384" y="15312"/>
                  <a:pt x="18360" y="15277"/>
                  <a:pt x="18360" y="15253"/>
                </a:cubicBezTo>
                <a:cubicBezTo>
                  <a:pt x="18360" y="15217"/>
                  <a:pt x="18360" y="15205"/>
                  <a:pt x="18348" y="15181"/>
                </a:cubicBezTo>
                <a:cubicBezTo>
                  <a:pt x="18336" y="15134"/>
                  <a:pt x="18325" y="15098"/>
                  <a:pt x="18301" y="15074"/>
                </a:cubicBezTo>
                <a:cubicBezTo>
                  <a:pt x="18301" y="15062"/>
                  <a:pt x="18289" y="15038"/>
                  <a:pt x="18289" y="15026"/>
                </a:cubicBezTo>
                <a:lnTo>
                  <a:pt x="9764" y="322"/>
                </a:lnTo>
                <a:lnTo>
                  <a:pt x="9752" y="310"/>
                </a:lnTo>
                <a:cubicBezTo>
                  <a:pt x="9740" y="275"/>
                  <a:pt x="9704" y="263"/>
                  <a:pt x="9693" y="239"/>
                </a:cubicBezTo>
                <a:cubicBezTo>
                  <a:pt x="9657" y="203"/>
                  <a:pt x="9645" y="179"/>
                  <a:pt x="9621" y="144"/>
                </a:cubicBezTo>
                <a:cubicBezTo>
                  <a:pt x="9597" y="132"/>
                  <a:pt x="9573" y="120"/>
                  <a:pt x="9538" y="96"/>
                </a:cubicBezTo>
                <a:cubicBezTo>
                  <a:pt x="9514" y="72"/>
                  <a:pt x="9466" y="60"/>
                  <a:pt x="9419" y="37"/>
                </a:cubicBezTo>
                <a:cubicBezTo>
                  <a:pt x="9407" y="37"/>
                  <a:pt x="9407" y="25"/>
                  <a:pt x="9395" y="25"/>
                </a:cubicBezTo>
                <a:cubicBezTo>
                  <a:pt x="9383" y="25"/>
                  <a:pt x="9347" y="25"/>
                  <a:pt x="9335" y="13"/>
                </a:cubicBezTo>
                <a:cubicBezTo>
                  <a:pt x="9288" y="1"/>
                  <a:pt x="9264" y="1"/>
                  <a:pt x="9216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142875" algn="bl" rotWithShape="0">
              <a:schemeClr val="accent3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1" name="Google Shape;461;p38"/>
          <p:cNvSpPr/>
          <p:nvPr/>
        </p:nvSpPr>
        <p:spPr>
          <a:xfrm flipH="1">
            <a:off x="1386813" y="910470"/>
            <a:ext cx="337487" cy="419404"/>
          </a:xfrm>
          <a:custGeom>
            <a:avLst/>
            <a:gdLst/>
            <a:ahLst/>
            <a:cxnLst/>
            <a:rect l="l" t="t" r="r" b="b"/>
            <a:pathLst>
              <a:path w="9502" h="11866" extrusionOk="0">
                <a:moveTo>
                  <a:pt x="1298" y="1840"/>
                </a:moveTo>
                <a:lnTo>
                  <a:pt x="7632" y="5936"/>
                </a:lnTo>
                <a:lnTo>
                  <a:pt x="1298" y="10032"/>
                </a:lnTo>
                <a:lnTo>
                  <a:pt x="1298" y="1840"/>
                </a:lnTo>
                <a:close/>
                <a:moveTo>
                  <a:pt x="638" y="1"/>
                </a:moveTo>
                <a:cubicBezTo>
                  <a:pt x="536" y="1"/>
                  <a:pt x="435" y="26"/>
                  <a:pt x="346" y="78"/>
                </a:cubicBezTo>
                <a:cubicBezTo>
                  <a:pt x="131" y="185"/>
                  <a:pt x="0" y="411"/>
                  <a:pt x="0" y="650"/>
                </a:cubicBezTo>
                <a:lnTo>
                  <a:pt x="0" y="11234"/>
                </a:lnTo>
                <a:cubicBezTo>
                  <a:pt x="0" y="11472"/>
                  <a:pt x="131" y="11675"/>
                  <a:pt x="346" y="11794"/>
                </a:cubicBezTo>
                <a:cubicBezTo>
                  <a:pt x="453" y="11841"/>
                  <a:pt x="548" y="11865"/>
                  <a:pt x="655" y="11865"/>
                </a:cubicBezTo>
                <a:cubicBezTo>
                  <a:pt x="774" y="11865"/>
                  <a:pt x="893" y="11841"/>
                  <a:pt x="1012" y="11806"/>
                </a:cubicBezTo>
                <a:lnTo>
                  <a:pt x="9204" y="6507"/>
                </a:lnTo>
                <a:cubicBezTo>
                  <a:pt x="9382" y="6388"/>
                  <a:pt x="9502" y="6186"/>
                  <a:pt x="9502" y="5960"/>
                </a:cubicBezTo>
                <a:cubicBezTo>
                  <a:pt x="9502" y="5734"/>
                  <a:pt x="9382" y="5531"/>
                  <a:pt x="9204" y="5412"/>
                </a:cubicBezTo>
                <a:lnTo>
                  <a:pt x="1012" y="114"/>
                </a:lnTo>
                <a:cubicBezTo>
                  <a:pt x="899" y="41"/>
                  <a:pt x="767" y="1"/>
                  <a:pt x="638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142875" algn="bl" rotWithShape="0">
              <a:schemeClr val="accent3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38"/>
          <p:cNvSpPr/>
          <p:nvPr/>
        </p:nvSpPr>
        <p:spPr>
          <a:xfrm flipH="1">
            <a:off x="-155227" y="2383976"/>
            <a:ext cx="403450" cy="375550"/>
          </a:xfrm>
          <a:custGeom>
            <a:avLst/>
            <a:gdLst/>
            <a:ahLst/>
            <a:cxnLst/>
            <a:rect l="l" t="t" r="r" b="b"/>
            <a:pathLst>
              <a:path w="9133" h="8543" extrusionOk="0">
                <a:moveTo>
                  <a:pt x="7481" y="0"/>
                </a:moveTo>
                <a:cubicBezTo>
                  <a:pt x="7385" y="0"/>
                  <a:pt x="7286" y="21"/>
                  <a:pt x="7191" y="65"/>
                </a:cubicBezTo>
                <a:cubicBezTo>
                  <a:pt x="6858" y="220"/>
                  <a:pt x="6727" y="601"/>
                  <a:pt x="6894" y="934"/>
                </a:cubicBezTo>
                <a:cubicBezTo>
                  <a:pt x="7715" y="2613"/>
                  <a:pt x="7382" y="4637"/>
                  <a:pt x="6060" y="5959"/>
                </a:cubicBezTo>
                <a:cubicBezTo>
                  <a:pt x="5223" y="6803"/>
                  <a:pt x="4105" y="7247"/>
                  <a:pt x="2971" y="7247"/>
                </a:cubicBezTo>
                <a:cubicBezTo>
                  <a:pt x="2314" y="7247"/>
                  <a:pt x="1652" y="7098"/>
                  <a:pt x="1036" y="6792"/>
                </a:cubicBezTo>
                <a:cubicBezTo>
                  <a:pt x="945" y="6748"/>
                  <a:pt x="848" y="6727"/>
                  <a:pt x="754" y="6727"/>
                </a:cubicBezTo>
                <a:cubicBezTo>
                  <a:pt x="515" y="6727"/>
                  <a:pt x="286" y="6860"/>
                  <a:pt x="167" y="7090"/>
                </a:cubicBezTo>
                <a:cubicBezTo>
                  <a:pt x="0" y="7411"/>
                  <a:pt x="143" y="7792"/>
                  <a:pt x="464" y="7959"/>
                </a:cubicBezTo>
                <a:cubicBezTo>
                  <a:pt x="1250" y="8340"/>
                  <a:pt x="2119" y="8542"/>
                  <a:pt x="2965" y="8542"/>
                </a:cubicBezTo>
                <a:cubicBezTo>
                  <a:pt x="4429" y="8542"/>
                  <a:pt x="5882" y="7971"/>
                  <a:pt x="6977" y="6888"/>
                </a:cubicBezTo>
                <a:cubicBezTo>
                  <a:pt x="8692" y="5173"/>
                  <a:pt x="9132" y="2554"/>
                  <a:pt x="8049" y="363"/>
                </a:cubicBezTo>
                <a:cubicBezTo>
                  <a:pt x="7946" y="133"/>
                  <a:pt x="7722" y="0"/>
                  <a:pt x="748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142875" algn="bl" rotWithShape="0">
              <a:schemeClr val="accent3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3" name="Google Shape;463;p38"/>
          <p:cNvSpPr/>
          <p:nvPr/>
        </p:nvSpPr>
        <p:spPr>
          <a:xfrm rot="1829653" flipH="1">
            <a:off x="3269989" y="3704509"/>
            <a:ext cx="337049" cy="419926"/>
          </a:xfrm>
          <a:custGeom>
            <a:avLst/>
            <a:gdLst/>
            <a:ahLst/>
            <a:cxnLst/>
            <a:rect l="l" t="t" r="r" b="b"/>
            <a:pathLst>
              <a:path w="9502" h="11866" extrusionOk="0">
                <a:moveTo>
                  <a:pt x="1298" y="1840"/>
                </a:moveTo>
                <a:lnTo>
                  <a:pt x="7632" y="5936"/>
                </a:lnTo>
                <a:lnTo>
                  <a:pt x="1298" y="10032"/>
                </a:lnTo>
                <a:lnTo>
                  <a:pt x="1298" y="1840"/>
                </a:lnTo>
                <a:close/>
                <a:moveTo>
                  <a:pt x="638" y="1"/>
                </a:moveTo>
                <a:cubicBezTo>
                  <a:pt x="536" y="1"/>
                  <a:pt x="435" y="26"/>
                  <a:pt x="346" y="78"/>
                </a:cubicBezTo>
                <a:cubicBezTo>
                  <a:pt x="131" y="185"/>
                  <a:pt x="0" y="411"/>
                  <a:pt x="0" y="650"/>
                </a:cubicBezTo>
                <a:lnTo>
                  <a:pt x="0" y="11234"/>
                </a:lnTo>
                <a:cubicBezTo>
                  <a:pt x="0" y="11472"/>
                  <a:pt x="131" y="11675"/>
                  <a:pt x="346" y="11794"/>
                </a:cubicBezTo>
                <a:cubicBezTo>
                  <a:pt x="453" y="11841"/>
                  <a:pt x="548" y="11865"/>
                  <a:pt x="655" y="11865"/>
                </a:cubicBezTo>
                <a:cubicBezTo>
                  <a:pt x="774" y="11865"/>
                  <a:pt x="893" y="11841"/>
                  <a:pt x="1012" y="11806"/>
                </a:cubicBezTo>
                <a:lnTo>
                  <a:pt x="9204" y="6507"/>
                </a:lnTo>
                <a:cubicBezTo>
                  <a:pt x="9382" y="6388"/>
                  <a:pt x="9502" y="6186"/>
                  <a:pt x="9502" y="5960"/>
                </a:cubicBezTo>
                <a:cubicBezTo>
                  <a:pt x="9502" y="5734"/>
                  <a:pt x="9382" y="5531"/>
                  <a:pt x="9204" y="5412"/>
                </a:cubicBezTo>
                <a:lnTo>
                  <a:pt x="1012" y="114"/>
                </a:lnTo>
                <a:cubicBezTo>
                  <a:pt x="899" y="41"/>
                  <a:pt x="767" y="1"/>
                  <a:pt x="638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100013" algn="bl" rotWithShape="0">
              <a:schemeClr val="accent3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4" name="Google Shape;464;p38"/>
          <p:cNvSpPr/>
          <p:nvPr/>
        </p:nvSpPr>
        <p:spPr>
          <a:xfrm flipH="1">
            <a:off x="3829214" y="2842650"/>
            <a:ext cx="152700" cy="152100"/>
          </a:xfrm>
          <a:prstGeom prst="ellipse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algn="bl" rotWithShape="0">
              <a:schemeClr val="l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" name="Google Shape;465;p38"/>
          <p:cNvSpPr/>
          <p:nvPr/>
        </p:nvSpPr>
        <p:spPr>
          <a:xfrm flipH="1">
            <a:off x="2321848" y="686694"/>
            <a:ext cx="152700" cy="152100"/>
          </a:xfrm>
          <a:prstGeom prst="ellipse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algn="bl" rotWithShape="0">
              <a:schemeClr val="accen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" name="Google Shape;466;p38"/>
          <p:cNvSpPr/>
          <p:nvPr/>
        </p:nvSpPr>
        <p:spPr>
          <a:xfrm flipH="1">
            <a:off x="636748" y="1653294"/>
            <a:ext cx="152700" cy="152100"/>
          </a:xfrm>
          <a:prstGeom prst="ellipse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algn="bl" rotWithShape="0">
              <a:schemeClr val="accen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1" name="Google Shape;471;p39"/>
          <p:cNvGrpSpPr/>
          <p:nvPr/>
        </p:nvGrpSpPr>
        <p:grpSpPr>
          <a:xfrm>
            <a:off x="2818716" y="635009"/>
            <a:ext cx="3506580" cy="1976408"/>
            <a:chOff x="2818716" y="635009"/>
            <a:chExt cx="3506580" cy="1976408"/>
          </a:xfrm>
        </p:grpSpPr>
        <p:sp>
          <p:nvSpPr>
            <p:cNvPr id="472" name="Google Shape;472;p39"/>
            <p:cNvSpPr/>
            <p:nvPr/>
          </p:nvSpPr>
          <p:spPr>
            <a:xfrm>
              <a:off x="2818716" y="635009"/>
              <a:ext cx="3506580" cy="1976408"/>
            </a:xfrm>
            <a:prstGeom prst="roundRect">
              <a:avLst>
                <a:gd name="adj" fmla="val 16983"/>
              </a:avLst>
            </a:prstGeom>
            <a:solidFill>
              <a:srgbClr val="0F1524">
                <a:alpha val="240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473" name="Google Shape;473;p39"/>
            <p:cNvCxnSpPr/>
            <p:nvPr/>
          </p:nvCxnSpPr>
          <p:spPr>
            <a:xfrm>
              <a:off x="2921000" y="1123225"/>
              <a:ext cx="3309000" cy="0"/>
            </a:xfrm>
            <a:prstGeom prst="straightConnector1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42875" algn="bl" rotWithShape="0">
                <a:schemeClr val="accent3"/>
              </a:outerShdw>
            </a:effectLst>
          </p:spPr>
        </p:cxnSp>
        <p:cxnSp>
          <p:nvCxnSpPr>
            <p:cNvPr id="474" name="Google Shape;474;p39"/>
            <p:cNvCxnSpPr/>
            <p:nvPr/>
          </p:nvCxnSpPr>
          <p:spPr>
            <a:xfrm>
              <a:off x="2921000" y="1320550"/>
              <a:ext cx="3309000" cy="0"/>
            </a:xfrm>
            <a:prstGeom prst="straightConnector1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42875" algn="bl" rotWithShape="0">
                <a:schemeClr val="accent3"/>
              </a:outerShdw>
            </a:effectLst>
          </p:spPr>
        </p:cxnSp>
        <p:cxnSp>
          <p:nvCxnSpPr>
            <p:cNvPr id="475" name="Google Shape;475;p39"/>
            <p:cNvCxnSpPr/>
            <p:nvPr/>
          </p:nvCxnSpPr>
          <p:spPr>
            <a:xfrm>
              <a:off x="2921000" y="1517875"/>
              <a:ext cx="3309000" cy="0"/>
            </a:xfrm>
            <a:prstGeom prst="straightConnector1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42875" algn="bl" rotWithShape="0">
                <a:schemeClr val="accent3"/>
              </a:outerShdw>
            </a:effectLst>
          </p:spPr>
        </p:cxnSp>
        <p:cxnSp>
          <p:nvCxnSpPr>
            <p:cNvPr id="476" name="Google Shape;476;p39"/>
            <p:cNvCxnSpPr/>
            <p:nvPr/>
          </p:nvCxnSpPr>
          <p:spPr>
            <a:xfrm>
              <a:off x="2921000" y="1715200"/>
              <a:ext cx="3309000" cy="0"/>
            </a:xfrm>
            <a:prstGeom prst="straightConnector1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42875" algn="bl" rotWithShape="0">
                <a:schemeClr val="accent3"/>
              </a:outerShdw>
            </a:effectLst>
          </p:spPr>
        </p:cxnSp>
        <p:cxnSp>
          <p:nvCxnSpPr>
            <p:cNvPr id="477" name="Google Shape;477;p39"/>
            <p:cNvCxnSpPr/>
            <p:nvPr/>
          </p:nvCxnSpPr>
          <p:spPr>
            <a:xfrm>
              <a:off x="2921000" y="1912525"/>
              <a:ext cx="3309000" cy="0"/>
            </a:xfrm>
            <a:prstGeom prst="straightConnector1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42875" algn="bl" rotWithShape="0">
                <a:schemeClr val="accent3"/>
              </a:outerShdw>
            </a:effectLst>
          </p:spPr>
        </p:cxnSp>
        <p:cxnSp>
          <p:nvCxnSpPr>
            <p:cNvPr id="478" name="Google Shape;478;p39"/>
            <p:cNvCxnSpPr/>
            <p:nvPr/>
          </p:nvCxnSpPr>
          <p:spPr>
            <a:xfrm>
              <a:off x="2921000" y="2109850"/>
              <a:ext cx="3309000" cy="0"/>
            </a:xfrm>
            <a:prstGeom prst="straightConnector1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42875" algn="bl" rotWithShape="0">
                <a:schemeClr val="accent3"/>
              </a:outerShdw>
            </a:effectLst>
          </p:spPr>
        </p:cxnSp>
        <p:cxnSp>
          <p:nvCxnSpPr>
            <p:cNvPr id="479" name="Google Shape;479;p39"/>
            <p:cNvCxnSpPr/>
            <p:nvPr/>
          </p:nvCxnSpPr>
          <p:spPr>
            <a:xfrm>
              <a:off x="2921000" y="2307175"/>
              <a:ext cx="3309000" cy="0"/>
            </a:xfrm>
            <a:prstGeom prst="straightConnector1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42875" algn="bl" rotWithShape="0">
                <a:schemeClr val="accent3"/>
              </a:outerShdw>
            </a:effectLst>
          </p:spPr>
        </p:cxnSp>
        <p:cxnSp>
          <p:nvCxnSpPr>
            <p:cNvPr id="480" name="Google Shape;480;p39"/>
            <p:cNvCxnSpPr/>
            <p:nvPr/>
          </p:nvCxnSpPr>
          <p:spPr>
            <a:xfrm>
              <a:off x="2921000" y="925900"/>
              <a:ext cx="3309000" cy="0"/>
            </a:xfrm>
            <a:prstGeom prst="straightConnector1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42875" algn="bl" rotWithShape="0">
                <a:schemeClr val="accent3"/>
              </a:outerShdw>
            </a:effectLst>
          </p:spPr>
        </p:cxnSp>
        <p:sp>
          <p:nvSpPr>
            <p:cNvPr id="481" name="Google Shape;481;p39"/>
            <p:cNvSpPr/>
            <p:nvPr/>
          </p:nvSpPr>
          <p:spPr>
            <a:xfrm>
              <a:off x="2910887" y="730475"/>
              <a:ext cx="3322102" cy="1785462"/>
            </a:xfrm>
            <a:prstGeom prst="roundRect">
              <a:avLst>
                <a:gd name="adj" fmla="val 15644"/>
              </a:avLst>
            </a:prstGeom>
            <a:noFill/>
            <a:ln w="381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42875" algn="bl" rotWithShape="0">
                <a:schemeClr val="accent2"/>
              </a:outerShdw>
              <a:reflection stA="37000" endPos="30000" dist="2286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2" name="Google Shape;482;p39"/>
          <p:cNvSpPr/>
          <p:nvPr/>
        </p:nvSpPr>
        <p:spPr>
          <a:xfrm>
            <a:off x="3973050" y="1024263"/>
            <a:ext cx="1197900" cy="1197900"/>
          </a:xfrm>
          <a:prstGeom prst="ellipse">
            <a:avLst/>
          </a:prstGeom>
          <a:gradFill>
            <a:gsLst>
              <a:gs pos="0">
                <a:schemeClr val="lt1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  <a:effectLst>
            <a:outerShdw blurRad="128588" algn="bl" rotWithShape="0">
              <a:schemeClr val="accen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Google Shape;483;p39"/>
          <p:cNvSpPr txBox="1">
            <a:spLocks noGrp="1"/>
          </p:cNvSpPr>
          <p:nvPr>
            <p:ph type="title"/>
          </p:nvPr>
        </p:nvSpPr>
        <p:spPr>
          <a:xfrm>
            <a:off x="2793450" y="2806000"/>
            <a:ext cx="3557100" cy="57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</a:t>
            </a:r>
            <a:endParaRPr/>
          </a:p>
        </p:txBody>
      </p:sp>
      <p:sp>
        <p:nvSpPr>
          <p:cNvPr id="484" name="Google Shape;484;p39"/>
          <p:cNvSpPr txBox="1">
            <a:spLocks noGrp="1"/>
          </p:cNvSpPr>
          <p:nvPr>
            <p:ph type="subTitle" idx="1"/>
          </p:nvPr>
        </p:nvSpPr>
        <p:spPr>
          <a:xfrm>
            <a:off x="2793450" y="3383900"/>
            <a:ext cx="3557100" cy="97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 is the closest planet to the Sun and the smallest one in the Solar System—it’s only a bit larger than the Moon</a:t>
            </a:r>
            <a:endParaRPr/>
          </a:p>
        </p:txBody>
      </p:sp>
      <p:grpSp>
        <p:nvGrpSpPr>
          <p:cNvPr id="485" name="Google Shape;485;p39"/>
          <p:cNvGrpSpPr/>
          <p:nvPr/>
        </p:nvGrpSpPr>
        <p:grpSpPr>
          <a:xfrm>
            <a:off x="4219177" y="1289176"/>
            <a:ext cx="705546" cy="668393"/>
            <a:chOff x="2733950" y="4040500"/>
            <a:chExt cx="300975" cy="285175"/>
          </a:xfrm>
        </p:grpSpPr>
        <p:sp>
          <p:nvSpPr>
            <p:cNvPr id="486" name="Google Shape;486;p39"/>
            <p:cNvSpPr/>
            <p:nvPr/>
          </p:nvSpPr>
          <p:spPr>
            <a:xfrm>
              <a:off x="2733950" y="4087525"/>
              <a:ext cx="59575" cy="59575"/>
            </a:xfrm>
            <a:custGeom>
              <a:avLst/>
              <a:gdLst/>
              <a:ahLst/>
              <a:cxnLst/>
              <a:rect l="l" t="t" r="r" b="b"/>
              <a:pathLst>
                <a:path w="2383" h="2383" extrusionOk="0">
                  <a:moveTo>
                    <a:pt x="1192" y="1"/>
                  </a:moveTo>
                  <a:cubicBezTo>
                    <a:pt x="1001" y="1"/>
                    <a:pt x="834" y="156"/>
                    <a:pt x="834" y="358"/>
                  </a:cubicBezTo>
                  <a:lnTo>
                    <a:pt x="834" y="834"/>
                  </a:lnTo>
                  <a:lnTo>
                    <a:pt x="358" y="834"/>
                  </a:lnTo>
                  <a:cubicBezTo>
                    <a:pt x="168" y="834"/>
                    <a:pt x="1" y="989"/>
                    <a:pt x="1" y="1192"/>
                  </a:cubicBezTo>
                  <a:cubicBezTo>
                    <a:pt x="1" y="1382"/>
                    <a:pt x="168" y="1549"/>
                    <a:pt x="358" y="1549"/>
                  </a:cubicBezTo>
                  <a:lnTo>
                    <a:pt x="834" y="1549"/>
                  </a:lnTo>
                  <a:lnTo>
                    <a:pt x="834" y="2025"/>
                  </a:lnTo>
                  <a:cubicBezTo>
                    <a:pt x="834" y="2216"/>
                    <a:pt x="1001" y="2382"/>
                    <a:pt x="1192" y="2382"/>
                  </a:cubicBezTo>
                  <a:cubicBezTo>
                    <a:pt x="1382" y="2382"/>
                    <a:pt x="1549" y="2216"/>
                    <a:pt x="1549" y="2025"/>
                  </a:cubicBezTo>
                  <a:lnTo>
                    <a:pt x="1549" y="1549"/>
                  </a:lnTo>
                  <a:lnTo>
                    <a:pt x="2025" y="1549"/>
                  </a:lnTo>
                  <a:cubicBezTo>
                    <a:pt x="2215" y="1549"/>
                    <a:pt x="2382" y="1382"/>
                    <a:pt x="2382" y="1192"/>
                  </a:cubicBezTo>
                  <a:cubicBezTo>
                    <a:pt x="2382" y="989"/>
                    <a:pt x="2215" y="834"/>
                    <a:pt x="2025" y="834"/>
                  </a:cubicBezTo>
                  <a:lnTo>
                    <a:pt x="1549" y="834"/>
                  </a:lnTo>
                  <a:lnTo>
                    <a:pt x="1549" y="358"/>
                  </a:lnTo>
                  <a:cubicBezTo>
                    <a:pt x="1549" y="156"/>
                    <a:pt x="1382" y="1"/>
                    <a:pt x="119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114300" algn="bl" rotWithShape="0">
                <a:schemeClr val="accent2">
                  <a:alpha val="8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39"/>
            <p:cNvSpPr/>
            <p:nvPr/>
          </p:nvSpPr>
          <p:spPr>
            <a:xfrm>
              <a:off x="2818800" y="4040500"/>
              <a:ext cx="59850" cy="59575"/>
            </a:xfrm>
            <a:custGeom>
              <a:avLst/>
              <a:gdLst/>
              <a:ahLst/>
              <a:cxnLst/>
              <a:rect l="l" t="t" r="r" b="b"/>
              <a:pathLst>
                <a:path w="2394" h="2383" extrusionOk="0">
                  <a:moveTo>
                    <a:pt x="1191" y="1"/>
                  </a:moveTo>
                  <a:cubicBezTo>
                    <a:pt x="1000" y="1"/>
                    <a:pt x="834" y="167"/>
                    <a:pt x="834" y="358"/>
                  </a:cubicBezTo>
                  <a:lnTo>
                    <a:pt x="834" y="834"/>
                  </a:lnTo>
                  <a:lnTo>
                    <a:pt x="357" y="834"/>
                  </a:lnTo>
                  <a:cubicBezTo>
                    <a:pt x="167" y="834"/>
                    <a:pt x="0" y="1001"/>
                    <a:pt x="0" y="1191"/>
                  </a:cubicBezTo>
                  <a:cubicBezTo>
                    <a:pt x="0" y="1382"/>
                    <a:pt x="167" y="1549"/>
                    <a:pt x="369" y="1549"/>
                  </a:cubicBezTo>
                  <a:lnTo>
                    <a:pt x="846" y="1549"/>
                  </a:lnTo>
                  <a:lnTo>
                    <a:pt x="846" y="2025"/>
                  </a:lnTo>
                  <a:cubicBezTo>
                    <a:pt x="846" y="2215"/>
                    <a:pt x="1012" y="2382"/>
                    <a:pt x="1203" y="2382"/>
                  </a:cubicBezTo>
                  <a:cubicBezTo>
                    <a:pt x="1405" y="2382"/>
                    <a:pt x="1560" y="2215"/>
                    <a:pt x="1560" y="2025"/>
                  </a:cubicBezTo>
                  <a:lnTo>
                    <a:pt x="1560" y="1549"/>
                  </a:lnTo>
                  <a:lnTo>
                    <a:pt x="2036" y="1549"/>
                  </a:lnTo>
                  <a:cubicBezTo>
                    <a:pt x="2239" y="1549"/>
                    <a:pt x="2393" y="1382"/>
                    <a:pt x="2393" y="1191"/>
                  </a:cubicBezTo>
                  <a:cubicBezTo>
                    <a:pt x="2393" y="1001"/>
                    <a:pt x="2239" y="834"/>
                    <a:pt x="2036" y="834"/>
                  </a:cubicBezTo>
                  <a:lnTo>
                    <a:pt x="1548" y="834"/>
                  </a:lnTo>
                  <a:lnTo>
                    <a:pt x="1548" y="358"/>
                  </a:lnTo>
                  <a:cubicBezTo>
                    <a:pt x="1548" y="167"/>
                    <a:pt x="1381" y="1"/>
                    <a:pt x="1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114300" algn="bl" rotWithShape="0">
                <a:schemeClr val="accent2">
                  <a:alpha val="8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39"/>
            <p:cNvSpPr/>
            <p:nvPr/>
          </p:nvSpPr>
          <p:spPr>
            <a:xfrm>
              <a:off x="2975350" y="4266125"/>
              <a:ext cx="59575" cy="59550"/>
            </a:xfrm>
            <a:custGeom>
              <a:avLst/>
              <a:gdLst/>
              <a:ahLst/>
              <a:cxnLst/>
              <a:rect l="l" t="t" r="r" b="b"/>
              <a:pathLst>
                <a:path w="2383" h="2382" extrusionOk="0">
                  <a:moveTo>
                    <a:pt x="1192" y="1"/>
                  </a:moveTo>
                  <a:cubicBezTo>
                    <a:pt x="1001" y="1"/>
                    <a:pt x="834" y="155"/>
                    <a:pt x="834" y="358"/>
                  </a:cubicBezTo>
                  <a:lnTo>
                    <a:pt x="834" y="834"/>
                  </a:lnTo>
                  <a:lnTo>
                    <a:pt x="358" y="834"/>
                  </a:lnTo>
                  <a:cubicBezTo>
                    <a:pt x="168" y="834"/>
                    <a:pt x="1" y="989"/>
                    <a:pt x="1" y="1191"/>
                  </a:cubicBezTo>
                  <a:cubicBezTo>
                    <a:pt x="1" y="1382"/>
                    <a:pt x="168" y="1549"/>
                    <a:pt x="358" y="1549"/>
                  </a:cubicBezTo>
                  <a:lnTo>
                    <a:pt x="834" y="1549"/>
                  </a:lnTo>
                  <a:lnTo>
                    <a:pt x="834" y="2025"/>
                  </a:lnTo>
                  <a:cubicBezTo>
                    <a:pt x="834" y="2215"/>
                    <a:pt x="1001" y="2382"/>
                    <a:pt x="1192" y="2382"/>
                  </a:cubicBezTo>
                  <a:cubicBezTo>
                    <a:pt x="1382" y="2382"/>
                    <a:pt x="1549" y="2215"/>
                    <a:pt x="1549" y="2025"/>
                  </a:cubicBezTo>
                  <a:lnTo>
                    <a:pt x="1549" y="1549"/>
                  </a:lnTo>
                  <a:lnTo>
                    <a:pt x="2025" y="1549"/>
                  </a:lnTo>
                  <a:cubicBezTo>
                    <a:pt x="2215" y="1549"/>
                    <a:pt x="2382" y="1382"/>
                    <a:pt x="2382" y="1191"/>
                  </a:cubicBezTo>
                  <a:cubicBezTo>
                    <a:pt x="2382" y="989"/>
                    <a:pt x="2227" y="834"/>
                    <a:pt x="2025" y="834"/>
                  </a:cubicBezTo>
                  <a:lnTo>
                    <a:pt x="1549" y="834"/>
                  </a:lnTo>
                  <a:lnTo>
                    <a:pt x="1549" y="358"/>
                  </a:lnTo>
                  <a:cubicBezTo>
                    <a:pt x="1549" y="155"/>
                    <a:pt x="1382" y="1"/>
                    <a:pt x="119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114300" algn="bl" rotWithShape="0">
                <a:schemeClr val="accent2">
                  <a:alpha val="8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39"/>
            <p:cNvSpPr/>
            <p:nvPr/>
          </p:nvSpPr>
          <p:spPr>
            <a:xfrm>
              <a:off x="2784550" y="4117900"/>
              <a:ext cx="216725" cy="202550"/>
            </a:xfrm>
            <a:custGeom>
              <a:avLst/>
              <a:gdLst/>
              <a:ahLst/>
              <a:cxnLst/>
              <a:rect l="l" t="t" r="r" b="b"/>
              <a:pathLst>
                <a:path w="8669" h="8102" extrusionOk="0">
                  <a:moveTo>
                    <a:pt x="3013" y="703"/>
                  </a:moveTo>
                  <a:lnTo>
                    <a:pt x="2597" y="2608"/>
                  </a:lnTo>
                  <a:lnTo>
                    <a:pt x="965" y="2608"/>
                  </a:lnTo>
                  <a:lnTo>
                    <a:pt x="2132" y="703"/>
                  </a:lnTo>
                  <a:close/>
                  <a:moveTo>
                    <a:pt x="4883" y="703"/>
                  </a:moveTo>
                  <a:lnTo>
                    <a:pt x="5299" y="2608"/>
                  </a:lnTo>
                  <a:lnTo>
                    <a:pt x="3311" y="2608"/>
                  </a:lnTo>
                  <a:lnTo>
                    <a:pt x="3728" y="703"/>
                  </a:lnTo>
                  <a:close/>
                  <a:moveTo>
                    <a:pt x="6490" y="703"/>
                  </a:moveTo>
                  <a:lnTo>
                    <a:pt x="7657" y="2608"/>
                  </a:lnTo>
                  <a:lnTo>
                    <a:pt x="6026" y="2608"/>
                  </a:lnTo>
                  <a:lnTo>
                    <a:pt x="5609" y="703"/>
                  </a:lnTo>
                  <a:close/>
                  <a:moveTo>
                    <a:pt x="2620" y="3322"/>
                  </a:moveTo>
                  <a:lnTo>
                    <a:pt x="3490" y="6192"/>
                  </a:lnTo>
                  <a:lnTo>
                    <a:pt x="1108" y="3322"/>
                  </a:lnTo>
                  <a:close/>
                  <a:moveTo>
                    <a:pt x="7538" y="3322"/>
                  </a:moveTo>
                  <a:lnTo>
                    <a:pt x="5156" y="6192"/>
                  </a:lnTo>
                  <a:lnTo>
                    <a:pt x="6014" y="3322"/>
                  </a:lnTo>
                  <a:close/>
                  <a:moveTo>
                    <a:pt x="5275" y="3322"/>
                  </a:moveTo>
                  <a:lnTo>
                    <a:pt x="4299" y="6525"/>
                  </a:lnTo>
                  <a:lnTo>
                    <a:pt x="3347" y="3322"/>
                  </a:lnTo>
                  <a:close/>
                  <a:moveTo>
                    <a:pt x="1966" y="0"/>
                  </a:moveTo>
                  <a:cubicBezTo>
                    <a:pt x="1846" y="0"/>
                    <a:pt x="1727" y="60"/>
                    <a:pt x="1668" y="167"/>
                  </a:cubicBezTo>
                  <a:lnTo>
                    <a:pt x="72" y="2775"/>
                  </a:lnTo>
                  <a:cubicBezTo>
                    <a:pt x="1" y="2906"/>
                    <a:pt x="1" y="3072"/>
                    <a:pt x="108" y="3191"/>
                  </a:cubicBezTo>
                  <a:cubicBezTo>
                    <a:pt x="132" y="3215"/>
                    <a:pt x="4085" y="7978"/>
                    <a:pt x="4085" y="7978"/>
                  </a:cubicBezTo>
                  <a:cubicBezTo>
                    <a:pt x="4132" y="8059"/>
                    <a:pt x="4219" y="8101"/>
                    <a:pt x="4312" y="8101"/>
                  </a:cubicBezTo>
                  <a:cubicBezTo>
                    <a:pt x="4409" y="8101"/>
                    <a:pt x="4512" y="8057"/>
                    <a:pt x="4585" y="7966"/>
                  </a:cubicBezTo>
                  <a:lnTo>
                    <a:pt x="8562" y="3191"/>
                  </a:lnTo>
                  <a:cubicBezTo>
                    <a:pt x="8645" y="3072"/>
                    <a:pt x="8669" y="2906"/>
                    <a:pt x="8585" y="2775"/>
                  </a:cubicBezTo>
                  <a:lnTo>
                    <a:pt x="7002" y="167"/>
                  </a:lnTo>
                  <a:cubicBezTo>
                    <a:pt x="6942" y="60"/>
                    <a:pt x="6823" y="0"/>
                    <a:pt x="670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114300" algn="bl" rotWithShape="0">
                <a:schemeClr val="accent2">
                  <a:alpha val="8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0" name="Google Shape;490;p39"/>
          <p:cNvSpPr/>
          <p:nvPr/>
        </p:nvSpPr>
        <p:spPr>
          <a:xfrm>
            <a:off x="2008376" y="953731"/>
            <a:ext cx="407800" cy="382249"/>
          </a:xfrm>
          <a:custGeom>
            <a:avLst/>
            <a:gdLst/>
            <a:ahLst/>
            <a:cxnLst/>
            <a:rect l="l" t="t" r="r" b="b"/>
            <a:pathLst>
              <a:path w="9121" h="8550" extrusionOk="0">
                <a:moveTo>
                  <a:pt x="1655" y="0"/>
                </a:moveTo>
                <a:cubicBezTo>
                  <a:pt x="1420" y="0"/>
                  <a:pt x="1190" y="135"/>
                  <a:pt x="1072" y="370"/>
                </a:cubicBezTo>
                <a:cubicBezTo>
                  <a:pt x="1" y="2561"/>
                  <a:pt x="441" y="5180"/>
                  <a:pt x="2144" y="6883"/>
                </a:cubicBezTo>
                <a:cubicBezTo>
                  <a:pt x="3239" y="7990"/>
                  <a:pt x="4680" y="8550"/>
                  <a:pt x="6156" y="8550"/>
                </a:cubicBezTo>
                <a:cubicBezTo>
                  <a:pt x="7013" y="8550"/>
                  <a:pt x="7859" y="8359"/>
                  <a:pt x="8668" y="7954"/>
                </a:cubicBezTo>
                <a:cubicBezTo>
                  <a:pt x="8990" y="7811"/>
                  <a:pt x="9121" y="7418"/>
                  <a:pt x="8966" y="7097"/>
                </a:cubicBezTo>
                <a:cubicBezTo>
                  <a:pt x="8857" y="6862"/>
                  <a:pt x="8634" y="6727"/>
                  <a:pt x="8396" y="6727"/>
                </a:cubicBezTo>
                <a:cubicBezTo>
                  <a:pt x="8297" y="6727"/>
                  <a:pt x="8195" y="6750"/>
                  <a:pt x="8097" y="6799"/>
                </a:cubicBezTo>
                <a:cubicBezTo>
                  <a:pt x="7483" y="7099"/>
                  <a:pt x="6824" y="7245"/>
                  <a:pt x="6170" y="7245"/>
                </a:cubicBezTo>
                <a:cubicBezTo>
                  <a:pt x="5033" y="7245"/>
                  <a:pt x="3911" y="6805"/>
                  <a:pt x="3072" y="5966"/>
                </a:cubicBezTo>
                <a:cubicBezTo>
                  <a:pt x="1751" y="4644"/>
                  <a:pt x="1405" y="2620"/>
                  <a:pt x="2239" y="930"/>
                </a:cubicBezTo>
                <a:cubicBezTo>
                  <a:pt x="2394" y="620"/>
                  <a:pt x="2263" y="239"/>
                  <a:pt x="1941" y="72"/>
                </a:cubicBezTo>
                <a:cubicBezTo>
                  <a:pt x="1850" y="23"/>
                  <a:pt x="1752" y="0"/>
                  <a:pt x="1655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157163" algn="bl" rotWithShape="0">
              <a:schemeClr val="l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1" name="Google Shape;491;p39"/>
          <p:cNvSpPr/>
          <p:nvPr/>
        </p:nvSpPr>
        <p:spPr>
          <a:xfrm rot="1083225">
            <a:off x="8534947" y="2747406"/>
            <a:ext cx="698450" cy="1233764"/>
          </a:xfrm>
          <a:custGeom>
            <a:avLst/>
            <a:gdLst/>
            <a:ahLst/>
            <a:cxnLst/>
            <a:rect l="l" t="t" r="r" b="b"/>
            <a:pathLst>
              <a:path w="15550" h="27468" extrusionOk="0">
                <a:moveTo>
                  <a:pt x="13335" y="1310"/>
                </a:moveTo>
                <a:lnTo>
                  <a:pt x="10145" y="4489"/>
                </a:lnTo>
                <a:lnTo>
                  <a:pt x="10145" y="1310"/>
                </a:lnTo>
                <a:close/>
                <a:moveTo>
                  <a:pt x="8835" y="2226"/>
                </a:moveTo>
                <a:lnTo>
                  <a:pt x="8835" y="5798"/>
                </a:lnTo>
                <a:lnTo>
                  <a:pt x="5787" y="8846"/>
                </a:lnTo>
                <a:lnTo>
                  <a:pt x="2215" y="8846"/>
                </a:lnTo>
                <a:lnTo>
                  <a:pt x="8835" y="2226"/>
                </a:lnTo>
                <a:close/>
                <a:moveTo>
                  <a:pt x="14240" y="2226"/>
                </a:moveTo>
                <a:lnTo>
                  <a:pt x="14240" y="17335"/>
                </a:lnTo>
                <a:lnTo>
                  <a:pt x="10133" y="17335"/>
                </a:lnTo>
                <a:lnTo>
                  <a:pt x="10133" y="6334"/>
                </a:lnTo>
                <a:lnTo>
                  <a:pt x="14240" y="2226"/>
                </a:lnTo>
                <a:close/>
                <a:moveTo>
                  <a:pt x="8835" y="7644"/>
                </a:moveTo>
                <a:lnTo>
                  <a:pt x="8835" y="17716"/>
                </a:lnTo>
                <a:lnTo>
                  <a:pt x="6704" y="19848"/>
                </a:lnTo>
                <a:lnTo>
                  <a:pt x="6704" y="9775"/>
                </a:lnTo>
                <a:lnTo>
                  <a:pt x="8835" y="7644"/>
                </a:lnTo>
                <a:close/>
                <a:moveTo>
                  <a:pt x="5418" y="10144"/>
                </a:moveTo>
                <a:lnTo>
                  <a:pt x="5418" y="21145"/>
                </a:lnTo>
                <a:lnTo>
                  <a:pt x="1310" y="25253"/>
                </a:lnTo>
                <a:lnTo>
                  <a:pt x="1310" y="10144"/>
                </a:lnTo>
                <a:close/>
                <a:moveTo>
                  <a:pt x="13335" y="18633"/>
                </a:moveTo>
                <a:lnTo>
                  <a:pt x="6704" y="25253"/>
                </a:lnTo>
                <a:lnTo>
                  <a:pt x="6704" y="21681"/>
                </a:lnTo>
                <a:lnTo>
                  <a:pt x="9764" y="18633"/>
                </a:lnTo>
                <a:close/>
                <a:moveTo>
                  <a:pt x="5418" y="22991"/>
                </a:moveTo>
                <a:lnTo>
                  <a:pt x="5418" y="26170"/>
                </a:lnTo>
                <a:lnTo>
                  <a:pt x="2227" y="26170"/>
                </a:lnTo>
                <a:lnTo>
                  <a:pt x="5418" y="22991"/>
                </a:lnTo>
                <a:close/>
                <a:moveTo>
                  <a:pt x="9502" y="0"/>
                </a:moveTo>
                <a:cubicBezTo>
                  <a:pt x="9466" y="0"/>
                  <a:pt x="9418" y="0"/>
                  <a:pt x="9371" y="12"/>
                </a:cubicBezTo>
                <a:cubicBezTo>
                  <a:pt x="9347" y="12"/>
                  <a:pt x="9323" y="24"/>
                  <a:pt x="9299" y="24"/>
                </a:cubicBezTo>
                <a:cubicBezTo>
                  <a:pt x="9287" y="24"/>
                  <a:pt x="9263" y="36"/>
                  <a:pt x="9252" y="36"/>
                </a:cubicBezTo>
                <a:cubicBezTo>
                  <a:pt x="9228" y="48"/>
                  <a:pt x="9204" y="71"/>
                  <a:pt x="9180" y="83"/>
                </a:cubicBezTo>
                <a:cubicBezTo>
                  <a:pt x="9168" y="83"/>
                  <a:pt x="9144" y="95"/>
                  <a:pt x="9133" y="95"/>
                </a:cubicBezTo>
                <a:cubicBezTo>
                  <a:pt x="9109" y="107"/>
                  <a:pt x="9085" y="143"/>
                  <a:pt x="9061" y="155"/>
                </a:cubicBezTo>
                <a:cubicBezTo>
                  <a:pt x="9049" y="167"/>
                  <a:pt x="9049" y="167"/>
                  <a:pt x="9025" y="167"/>
                </a:cubicBezTo>
                <a:lnTo>
                  <a:pt x="191" y="9013"/>
                </a:lnTo>
                <a:cubicBezTo>
                  <a:pt x="143" y="9061"/>
                  <a:pt x="119" y="9096"/>
                  <a:pt x="84" y="9144"/>
                </a:cubicBezTo>
                <a:cubicBezTo>
                  <a:pt x="84" y="9168"/>
                  <a:pt x="72" y="9180"/>
                  <a:pt x="72" y="9180"/>
                </a:cubicBezTo>
                <a:cubicBezTo>
                  <a:pt x="36" y="9227"/>
                  <a:pt x="24" y="9275"/>
                  <a:pt x="12" y="9334"/>
                </a:cubicBezTo>
                <a:lnTo>
                  <a:pt x="12" y="9358"/>
                </a:lnTo>
                <a:cubicBezTo>
                  <a:pt x="12" y="9394"/>
                  <a:pt x="0" y="9430"/>
                  <a:pt x="0" y="9477"/>
                </a:cubicBezTo>
                <a:lnTo>
                  <a:pt x="0" y="26801"/>
                </a:lnTo>
                <a:lnTo>
                  <a:pt x="0" y="26849"/>
                </a:lnTo>
                <a:lnTo>
                  <a:pt x="0" y="26884"/>
                </a:lnTo>
                <a:cubicBezTo>
                  <a:pt x="0" y="26944"/>
                  <a:pt x="12" y="26991"/>
                  <a:pt x="36" y="27051"/>
                </a:cubicBezTo>
                <a:cubicBezTo>
                  <a:pt x="60" y="27110"/>
                  <a:pt x="96" y="27158"/>
                  <a:pt x="131" y="27206"/>
                </a:cubicBezTo>
                <a:lnTo>
                  <a:pt x="155" y="27230"/>
                </a:lnTo>
                <a:cubicBezTo>
                  <a:pt x="191" y="27277"/>
                  <a:pt x="239" y="27301"/>
                  <a:pt x="274" y="27349"/>
                </a:cubicBezTo>
                <a:cubicBezTo>
                  <a:pt x="322" y="27384"/>
                  <a:pt x="370" y="27408"/>
                  <a:pt x="429" y="27420"/>
                </a:cubicBezTo>
                <a:cubicBezTo>
                  <a:pt x="441" y="27420"/>
                  <a:pt x="453" y="27444"/>
                  <a:pt x="477" y="27444"/>
                </a:cubicBezTo>
                <a:cubicBezTo>
                  <a:pt x="536" y="27456"/>
                  <a:pt x="572" y="27468"/>
                  <a:pt x="631" y="27468"/>
                </a:cubicBezTo>
                <a:lnTo>
                  <a:pt x="6037" y="27468"/>
                </a:lnTo>
                <a:cubicBezTo>
                  <a:pt x="6085" y="27468"/>
                  <a:pt x="6132" y="27468"/>
                  <a:pt x="6168" y="27456"/>
                </a:cubicBezTo>
                <a:cubicBezTo>
                  <a:pt x="6204" y="27456"/>
                  <a:pt x="6215" y="27444"/>
                  <a:pt x="6251" y="27444"/>
                </a:cubicBezTo>
                <a:cubicBezTo>
                  <a:pt x="6263" y="27444"/>
                  <a:pt x="6275" y="27420"/>
                  <a:pt x="6287" y="27420"/>
                </a:cubicBezTo>
                <a:cubicBezTo>
                  <a:pt x="6323" y="27408"/>
                  <a:pt x="6335" y="27396"/>
                  <a:pt x="6370" y="27384"/>
                </a:cubicBezTo>
                <a:cubicBezTo>
                  <a:pt x="6382" y="27361"/>
                  <a:pt x="6394" y="27361"/>
                  <a:pt x="6406" y="27361"/>
                </a:cubicBezTo>
                <a:cubicBezTo>
                  <a:pt x="6442" y="27349"/>
                  <a:pt x="6454" y="27313"/>
                  <a:pt x="6477" y="27301"/>
                </a:cubicBezTo>
                <a:lnTo>
                  <a:pt x="6513" y="27277"/>
                </a:lnTo>
                <a:lnTo>
                  <a:pt x="15348" y="18431"/>
                </a:lnTo>
                <a:cubicBezTo>
                  <a:pt x="15395" y="18395"/>
                  <a:pt x="15431" y="18347"/>
                  <a:pt x="15455" y="18300"/>
                </a:cubicBezTo>
                <a:cubicBezTo>
                  <a:pt x="15455" y="18300"/>
                  <a:pt x="15479" y="18288"/>
                  <a:pt x="15479" y="18276"/>
                </a:cubicBezTo>
                <a:cubicBezTo>
                  <a:pt x="15502" y="18228"/>
                  <a:pt x="15514" y="18169"/>
                  <a:pt x="15538" y="18109"/>
                </a:cubicBezTo>
                <a:lnTo>
                  <a:pt x="15538" y="18097"/>
                </a:lnTo>
                <a:cubicBezTo>
                  <a:pt x="15538" y="18050"/>
                  <a:pt x="15550" y="18014"/>
                  <a:pt x="15550" y="17978"/>
                </a:cubicBezTo>
                <a:lnTo>
                  <a:pt x="15550" y="667"/>
                </a:lnTo>
                <a:lnTo>
                  <a:pt x="15550" y="619"/>
                </a:lnTo>
                <a:lnTo>
                  <a:pt x="15550" y="572"/>
                </a:lnTo>
                <a:cubicBezTo>
                  <a:pt x="15550" y="512"/>
                  <a:pt x="15538" y="476"/>
                  <a:pt x="15502" y="417"/>
                </a:cubicBezTo>
                <a:cubicBezTo>
                  <a:pt x="15490" y="357"/>
                  <a:pt x="15443" y="310"/>
                  <a:pt x="15419" y="262"/>
                </a:cubicBezTo>
                <a:lnTo>
                  <a:pt x="15383" y="238"/>
                </a:lnTo>
                <a:cubicBezTo>
                  <a:pt x="15348" y="191"/>
                  <a:pt x="15312" y="155"/>
                  <a:pt x="15264" y="119"/>
                </a:cubicBezTo>
                <a:cubicBezTo>
                  <a:pt x="15217" y="83"/>
                  <a:pt x="15181" y="60"/>
                  <a:pt x="15121" y="36"/>
                </a:cubicBezTo>
                <a:cubicBezTo>
                  <a:pt x="15098" y="36"/>
                  <a:pt x="15086" y="24"/>
                  <a:pt x="15074" y="24"/>
                </a:cubicBezTo>
                <a:cubicBezTo>
                  <a:pt x="15014" y="12"/>
                  <a:pt x="14967" y="0"/>
                  <a:pt x="1490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157163" algn="bl" rotWithShape="0">
              <a:schemeClr val="l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39"/>
          <p:cNvSpPr/>
          <p:nvPr/>
        </p:nvSpPr>
        <p:spPr>
          <a:xfrm rot="-1865464">
            <a:off x="283824" y="-415294"/>
            <a:ext cx="858549" cy="1430650"/>
          </a:xfrm>
          <a:custGeom>
            <a:avLst/>
            <a:gdLst/>
            <a:ahLst/>
            <a:cxnLst/>
            <a:rect l="l" t="t" r="r" b="b"/>
            <a:pathLst>
              <a:path w="18385" h="30636" extrusionOk="0">
                <a:moveTo>
                  <a:pt x="9645" y="2692"/>
                </a:moveTo>
                <a:lnTo>
                  <a:pt x="16598" y="14669"/>
                </a:lnTo>
                <a:lnTo>
                  <a:pt x="8466" y="14669"/>
                </a:lnTo>
                <a:lnTo>
                  <a:pt x="9371" y="5454"/>
                </a:lnTo>
                <a:lnTo>
                  <a:pt x="9645" y="2692"/>
                </a:lnTo>
                <a:close/>
                <a:moveTo>
                  <a:pt x="8264" y="3537"/>
                </a:moveTo>
                <a:lnTo>
                  <a:pt x="8026" y="5990"/>
                </a:lnTo>
                <a:lnTo>
                  <a:pt x="7180" y="14681"/>
                </a:lnTo>
                <a:lnTo>
                  <a:pt x="1799" y="14681"/>
                </a:lnTo>
                <a:lnTo>
                  <a:pt x="8264" y="3537"/>
                </a:lnTo>
                <a:close/>
                <a:moveTo>
                  <a:pt x="7180" y="15979"/>
                </a:moveTo>
                <a:lnTo>
                  <a:pt x="8026" y="24671"/>
                </a:lnTo>
                <a:lnTo>
                  <a:pt x="8264" y="27123"/>
                </a:lnTo>
                <a:lnTo>
                  <a:pt x="1799" y="15979"/>
                </a:lnTo>
                <a:close/>
                <a:moveTo>
                  <a:pt x="16598" y="15979"/>
                </a:moveTo>
                <a:lnTo>
                  <a:pt x="9645" y="27957"/>
                </a:lnTo>
                <a:lnTo>
                  <a:pt x="9383" y="25194"/>
                </a:lnTo>
                <a:lnTo>
                  <a:pt x="8466" y="15979"/>
                </a:lnTo>
                <a:close/>
                <a:moveTo>
                  <a:pt x="9050" y="1"/>
                </a:moveTo>
                <a:cubicBezTo>
                  <a:pt x="9038" y="1"/>
                  <a:pt x="9014" y="13"/>
                  <a:pt x="9002" y="13"/>
                </a:cubicBezTo>
                <a:cubicBezTo>
                  <a:pt x="8978" y="25"/>
                  <a:pt x="8942" y="25"/>
                  <a:pt x="8919" y="37"/>
                </a:cubicBezTo>
                <a:cubicBezTo>
                  <a:pt x="8883" y="60"/>
                  <a:pt x="8859" y="72"/>
                  <a:pt x="8811" y="96"/>
                </a:cubicBezTo>
                <a:cubicBezTo>
                  <a:pt x="8776" y="120"/>
                  <a:pt x="8764" y="132"/>
                  <a:pt x="8740" y="156"/>
                </a:cubicBezTo>
                <a:cubicBezTo>
                  <a:pt x="8704" y="191"/>
                  <a:pt x="8680" y="215"/>
                  <a:pt x="8669" y="251"/>
                </a:cubicBezTo>
                <a:lnTo>
                  <a:pt x="8621" y="298"/>
                </a:lnTo>
                <a:lnTo>
                  <a:pt x="96" y="15003"/>
                </a:lnTo>
                <a:cubicBezTo>
                  <a:pt x="72" y="15015"/>
                  <a:pt x="72" y="15026"/>
                  <a:pt x="72" y="15038"/>
                </a:cubicBezTo>
                <a:cubicBezTo>
                  <a:pt x="60" y="15074"/>
                  <a:pt x="48" y="15122"/>
                  <a:pt x="37" y="15146"/>
                </a:cubicBezTo>
                <a:cubicBezTo>
                  <a:pt x="37" y="15181"/>
                  <a:pt x="37" y="15193"/>
                  <a:pt x="13" y="15217"/>
                </a:cubicBezTo>
                <a:cubicBezTo>
                  <a:pt x="13" y="15253"/>
                  <a:pt x="1" y="15277"/>
                  <a:pt x="1" y="15312"/>
                </a:cubicBezTo>
                <a:cubicBezTo>
                  <a:pt x="1" y="15336"/>
                  <a:pt x="13" y="15372"/>
                  <a:pt x="13" y="15396"/>
                </a:cubicBezTo>
                <a:cubicBezTo>
                  <a:pt x="13" y="15431"/>
                  <a:pt x="13" y="15443"/>
                  <a:pt x="37" y="15479"/>
                </a:cubicBezTo>
                <a:cubicBezTo>
                  <a:pt x="48" y="15515"/>
                  <a:pt x="60" y="15550"/>
                  <a:pt x="72" y="15574"/>
                </a:cubicBezTo>
                <a:cubicBezTo>
                  <a:pt x="72" y="15598"/>
                  <a:pt x="96" y="15610"/>
                  <a:pt x="96" y="15622"/>
                </a:cubicBezTo>
                <a:lnTo>
                  <a:pt x="8621" y="30326"/>
                </a:lnTo>
                <a:cubicBezTo>
                  <a:pt x="8633" y="30362"/>
                  <a:pt x="8645" y="30374"/>
                  <a:pt x="8669" y="30386"/>
                </a:cubicBezTo>
                <a:lnTo>
                  <a:pt x="8704" y="30433"/>
                </a:lnTo>
                <a:cubicBezTo>
                  <a:pt x="8740" y="30481"/>
                  <a:pt x="8776" y="30505"/>
                  <a:pt x="8823" y="30540"/>
                </a:cubicBezTo>
                <a:cubicBezTo>
                  <a:pt x="8835" y="30540"/>
                  <a:pt x="8835" y="30552"/>
                  <a:pt x="8859" y="30552"/>
                </a:cubicBezTo>
                <a:cubicBezTo>
                  <a:pt x="8919" y="30576"/>
                  <a:pt x="8978" y="30612"/>
                  <a:pt x="9038" y="30624"/>
                </a:cubicBezTo>
                <a:lnTo>
                  <a:pt x="9050" y="30624"/>
                </a:lnTo>
                <a:cubicBezTo>
                  <a:pt x="9097" y="30636"/>
                  <a:pt x="9133" y="30636"/>
                  <a:pt x="9181" y="30636"/>
                </a:cubicBezTo>
                <a:cubicBezTo>
                  <a:pt x="9240" y="30636"/>
                  <a:pt x="9300" y="30624"/>
                  <a:pt x="9359" y="30612"/>
                </a:cubicBezTo>
                <a:lnTo>
                  <a:pt x="9371" y="30612"/>
                </a:lnTo>
                <a:cubicBezTo>
                  <a:pt x="9395" y="30612"/>
                  <a:pt x="9395" y="30600"/>
                  <a:pt x="9407" y="30600"/>
                </a:cubicBezTo>
                <a:cubicBezTo>
                  <a:pt x="9454" y="30576"/>
                  <a:pt x="9490" y="30552"/>
                  <a:pt x="9538" y="30516"/>
                </a:cubicBezTo>
                <a:lnTo>
                  <a:pt x="9585" y="30481"/>
                </a:lnTo>
                <a:cubicBezTo>
                  <a:pt x="9621" y="30445"/>
                  <a:pt x="9657" y="30421"/>
                  <a:pt x="9693" y="30374"/>
                </a:cubicBezTo>
                <a:cubicBezTo>
                  <a:pt x="9704" y="30362"/>
                  <a:pt x="9716" y="30338"/>
                  <a:pt x="9716" y="30326"/>
                </a:cubicBezTo>
                <a:cubicBezTo>
                  <a:pt x="9752" y="30362"/>
                  <a:pt x="9752" y="30362"/>
                  <a:pt x="9764" y="30362"/>
                </a:cubicBezTo>
                <a:lnTo>
                  <a:pt x="18289" y="15658"/>
                </a:lnTo>
                <a:cubicBezTo>
                  <a:pt x="18301" y="15634"/>
                  <a:pt x="18301" y="15622"/>
                  <a:pt x="18301" y="15610"/>
                </a:cubicBezTo>
                <a:cubicBezTo>
                  <a:pt x="18325" y="15574"/>
                  <a:pt x="18336" y="15527"/>
                  <a:pt x="18348" y="15503"/>
                </a:cubicBezTo>
                <a:cubicBezTo>
                  <a:pt x="18348" y="15479"/>
                  <a:pt x="18348" y="15455"/>
                  <a:pt x="18360" y="15431"/>
                </a:cubicBezTo>
                <a:cubicBezTo>
                  <a:pt x="18360" y="15396"/>
                  <a:pt x="18384" y="15372"/>
                  <a:pt x="18384" y="15336"/>
                </a:cubicBezTo>
                <a:cubicBezTo>
                  <a:pt x="18384" y="15312"/>
                  <a:pt x="18360" y="15277"/>
                  <a:pt x="18360" y="15253"/>
                </a:cubicBezTo>
                <a:cubicBezTo>
                  <a:pt x="18360" y="15217"/>
                  <a:pt x="18360" y="15205"/>
                  <a:pt x="18348" y="15181"/>
                </a:cubicBezTo>
                <a:cubicBezTo>
                  <a:pt x="18336" y="15134"/>
                  <a:pt x="18325" y="15098"/>
                  <a:pt x="18301" y="15074"/>
                </a:cubicBezTo>
                <a:cubicBezTo>
                  <a:pt x="18301" y="15062"/>
                  <a:pt x="18289" y="15038"/>
                  <a:pt x="18289" y="15026"/>
                </a:cubicBezTo>
                <a:lnTo>
                  <a:pt x="9764" y="322"/>
                </a:lnTo>
                <a:lnTo>
                  <a:pt x="9752" y="310"/>
                </a:lnTo>
                <a:cubicBezTo>
                  <a:pt x="9740" y="275"/>
                  <a:pt x="9704" y="263"/>
                  <a:pt x="9693" y="239"/>
                </a:cubicBezTo>
                <a:cubicBezTo>
                  <a:pt x="9657" y="203"/>
                  <a:pt x="9645" y="179"/>
                  <a:pt x="9621" y="144"/>
                </a:cubicBezTo>
                <a:cubicBezTo>
                  <a:pt x="9597" y="132"/>
                  <a:pt x="9573" y="120"/>
                  <a:pt x="9538" y="96"/>
                </a:cubicBezTo>
                <a:cubicBezTo>
                  <a:pt x="9514" y="72"/>
                  <a:pt x="9466" y="60"/>
                  <a:pt x="9419" y="37"/>
                </a:cubicBezTo>
                <a:cubicBezTo>
                  <a:pt x="9407" y="37"/>
                  <a:pt x="9407" y="25"/>
                  <a:pt x="9395" y="25"/>
                </a:cubicBezTo>
                <a:cubicBezTo>
                  <a:pt x="9383" y="25"/>
                  <a:pt x="9347" y="25"/>
                  <a:pt x="9335" y="13"/>
                </a:cubicBezTo>
                <a:cubicBezTo>
                  <a:pt x="9288" y="1"/>
                  <a:pt x="9264" y="1"/>
                  <a:pt x="9216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114300" algn="bl" rotWithShape="0">
              <a:schemeClr val="l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3" name="Google Shape;493;p39"/>
          <p:cNvSpPr/>
          <p:nvPr/>
        </p:nvSpPr>
        <p:spPr>
          <a:xfrm>
            <a:off x="2114471" y="1678296"/>
            <a:ext cx="195600" cy="195600"/>
          </a:xfrm>
          <a:prstGeom prst="ellipse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algn="bl" rotWithShape="0">
              <a:schemeClr val="accent3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39"/>
          <p:cNvSpPr/>
          <p:nvPr/>
        </p:nvSpPr>
        <p:spPr>
          <a:xfrm rot="1650267">
            <a:off x="1332136" y="1355652"/>
            <a:ext cx="57888" cy="535135"/>
          </a:xfrm>
          <a:custGeom>
            <a:avLst/>
            <a:gdLst/>
            <a:ahLst/>
            <a:cxnLst/>
            <a:rect l="l" t="t" r="r" b="b"/>
            <a:pathLst>
              <a:path w="1310" h="12110" extrusionOk="0">
                <a:moveTo>
                  <a:pt x="655" y="0"/>
                </a:moveTo>
                <a:cubicBezTo>
                  <a:pt x="298" y="0"/>
                  <a:pt x="0" y="298"/>
                  <a:pt x="0" y="655"/>
                </a:cubicBezTo>
                <a:lnTo>
                  <a:pt x="0" y="11454"/>
                </a:lnTo>
                <a:cubicBezTo>
                  <a:pt x="0" y="11811"/>
                  <a:pt x="298" y="12109"/>
                  <a:pt x="655" y="12109"/>
                </a:cubicBezTo>
                <a:cubicBezTo>
                  <a:pt x="1012" y="12109"/>
                  <a:pt x="1310" y="11811"/>
                  <a:pt x="1310" y="11454"/>
                </a:cubicBezTo>
                <a:lnTo>
                  <a:pt x="1310" y="655"/>
                </a:lnTo>
                <a:cubicBezTo>
                  <a:pt x="1310" y="298"/>
                  <a:pt x="1036" y="0"/>
                  <a:pt x="655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100013" algn="bl" rotWithShape="0">
              <a:schemeClr val="l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39"/>
          <p:cNvSpPr/>
          <p:nvPr/>
        </p:nvSpPr>
        <p:spPr>
          <a:xfrm>
            <a:off x="7706897" y="1881072"/>
            <a:ext cx="304016" cy="379653"/>
          </a:xfrm>
          <a:custGeom>
            <a:avLst/>
            <a:gdLst/>
            <a:ahLst/>
            <a:cxnLst/>
            <a:rect l="l" t="t" r="r" b="b"/>
            <a:pathLst>
              <a:path w="9502" h="11866" extrusionOk="0">
                <a:moveTo>
                  <a:pt x="1298" y="1840"/>
                </a:moveTo>
                <a:lnTo>
                  <a:pt x="7632" y="5936"/>
                </a:lnTo>
                <a:lnTo>
                  <a:pt x="1298" y="10032"/>
                </a:lnTo>
                <a:lnTo>
                  <a:pt x="1298" y="1840"/>
                </a:lnTo>
                <a:close/>
                <a:moveTo>
                  <a:pt x="638" y="1"/>
                </a:moveTo>
                <a:cubicBezTo>
                  <a:pt x="536" y="1"/>
                  <a:pt x="435" y="26"/>
                  <a:pt x="346" y="78"/>
                </a:cubicBezTo>
                <a:cubicBezTo>
                  <a:pt x="131" y="185"/>
                  <a:pt x="0" y="411"/>
                  <a:pt x="0" y="650"/>
                </a:cubicBezTo>
                <a:lnTo>
                  <a:pt x="0" y="11234"/>
                </a:lnTo>
                <a:cubicBezTo>
                  <a:pt x="0" y="11472"/>
                  <a:pt x="131" y="11675"/>
                  <a:pt x="346" y="11794"/>
                </a:cubicBezTo>
                <a:cubicBezTo>
                  <a:pt x="453" y="11841"/>
                  <a:pt x="548" y="11865"/>
                  <a:pt x="655" y="11865"/>
                </a:cubicBezTo>
                <a:cubicBezTo>
                  <a:pt x="774" y="11865"/>
                  <a:pt x="893" y="11841"/>
                  <a:pt x="1012" y="11806"/>
                </a:cubicBezTo>
                <a:lnTo>
                  <a:pt x="9204" y="6507"/>
                </a:lnTo>
                <a:cubicBezTo>
                  <a:pt x="9382" y="6388"/>
                  <a:pt x="9502" y="6186"/>
                  <a:pt x="9502" y="5960"/>
                </a:cubicBezTo>
                <a:cubicBezTo>
                  <a:pt x="9502" y="5734"/>
                  <a:pt x="9382" y="5531"/>
                  <a:pt x="9204" y="5412"/>
                </a:cubicBezTo>
                <a:lnTo>
                  <a:pt x="1012" y="114"/>
                </a:lnTo>
                <a:cubicBezTo>
                  <a:pt x="899" y="41"/>
                  <a:pt x="767" y="1"/>
                  <a:pt x="638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100013" algn="bl" rotWithShape="0">
              <a:schemeClr val="l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6" name="Google Shape;496;p39"/>
          <p:cNvSpPr/>
          <p:nvPr/>
        </p:nvSpPr>
        <p:spPr>
          <a:xfrm rot="6189788">
            <a:off x="7317506" y="2660564"/>
            <a:ext cx="393419" cy="368764"/>
          </a:xfrm>
          <a:custGeom>
            <a:avLst/>
            <a:gdLst/>
            <a:ahLst/>
            <a:cxnLst/>
            <a:rect l="l" t="t" r="r" b="b"/>
            <a:pathLst>
              <a:path w="9121" h="8550" extrusionOk="0">
                <a:moveTo>
                  <a:pt x="1655" y="0"/>
                </a:moveTo>
                <a:cubicBezTo>
                  <a:pt x="1420" y="0"/>
                  <a:pt x="1190" y="135"/>
                  <a:pt x="1072" y="370"/>
                </a:cubicBezTo>
                <a:cubicBezTo>
                  <a:pt x="1" y="2561"/>
                  <a:pt x="441" y="5180"/>
                  <a:pt x="2144" y="6883"/>
                </a:cubicBezTo>
                <a:cubicBezTo>
                  <a:pt x="3239" y="7990"/>
                  <a:pt x="4680" y="8550"/>
                  <a:pt x="6156" y="8550"/>
                </a:cubicBezTo>
                <a:cubicBezTo>
                  <a:pt x="7013" y="8550"/>
                  <a:pt x="7859" y="8359"/>
                  <a:pt x="8668" y="7954"/>
                </a:cubicBezTo>
                <a:cubicBezTo>
                  <a:pt x="8990" y="7811"/>
                  <a:pt x="9121" y="7418"/>
                  <a:pt x="8966" y="7097"/>
                </a:cubicBezTo>
                <a:cubicBezTo>
                  <a:pt x="8857" y="6862"/>
                  <a:pt x="8634" y="6727"/>
                  <a:pt x="8396" y="6727"/>
                </a:cubicBezTo>
                <a:cubicBezTo>
                  <a:pt x="8297" y="6727"/>
                  <a:pt x="8195" y="6750"/>
                  <a:pt x="8097" y="6799"/>
                </a:cubicBezTo>
                <a:cubicBezTo>
                  <a:pt x="7483" y="7099"/>
                  <a:pt x="6824" y="7245"/>
                  <a:pt x="6170" y="7245"/>
                </a:cubicBezTo>
                <a:cubicBezTo>
                  <a:pt x="5033" y="7245"/>
                  <a:pt x="3911" y="6805"/>
                  <a:pt x="3072" y="5966"/>
                </a:cubicBezTo>
                <a:cubicBezTo>
                  <a:pt x="1751" y="4644"/>
                  <a:pt x="1405" y="2620"/>
                  <a:pt x="2239" y="930"/>
                </a:cubicBezTo>
                <a:cubicBezTo>
                  <a:pt x="2394" y="620"/>
                  <a:pt x="2263" y="239"/>
                  <a:pt x="1941" y="72"/>
                </a:cubicBezTo>
                <a:cubicBezTo>
                  <a:pt x="1850" y="23"/>
                  <a:pt x="1752" y="0"/>
                  <a:pt x="1655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157163" algn="bl" rotWithShape="0">
              <a:schemeClr val="l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p39"/>
          <p:cNvSpPr/>
          <p:nvPr/>
        </p:nvSpPr>
        <p:spPr>
          <a:xfrm>
            <a:off x="1453725" y="801625"/>
            <a:ext cx="152100" cy="152100"/>
          </a:xfrm>
          <a:prstGeom prst="ellipse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algn="bl" rotWithShape="0">
              <a:schemeClr val="accen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8" name="Google Shape;498;p39"/>
          <p:cNvSpPr/>
          <p:nvPr/>
        </p:nvSpPr>
        <p:spPr>
          <a:xfrm>
            <a:off x="6968900" y="2459325"/>
            <a:ext cx="152100" cy="152100"/>
          </a:xfrm>
          <a:prstGeom prst="ellipse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algn="bl" rotWithShape="0">
              <a:schemeClr val="accen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p39"/>
          <p:cNvSpPr/>
          <p:nvPr/>
        </p:nvSpPr>
        <p:spPr>
          <a:xfrm>
            <a:off x="8100321" y="2473946"/>
            <a:ext cx="195600" cy="195600"/>
          </a:xfrm>
          <a:prstGeom prst="ellipse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algn="bl" rotWithShape="0">
              <a:schemeClr val="accent3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0" name="Google Shape;500;p39"/>
          <p:cNvSpPr/>
          <p:nvPr/>
        </p:nvSpPr>
        <p:spPr>
          <a:xfrm>
            <a:off x="6852075" y="1420650"/>
            <a:ext cx="152100" cy="152100"/>
          </a:xfrm>
          <a:prstGeom prst="ellipse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algn="bl" rotWithShape="0">
              <a:schemeClr val="accen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1" name="Google Shape;501;p39"/>
          <p:cNvSpPr/>
          <p:nvPr/>
        </p:nvSpPr>
        <p:spPr>
          <a:xfrm>
            <a:off x="409072" y="1335972"/>
            <a:ext cx="304016" cy="379653"/>
          </a:xfrm>
          <a:custGeom>
            <a:avLst/>
            <a:gdLst/>
            <a:ahLst/>
            <a:cxnLst/>
            <a:rect l="l" t="t" r="r" b="b"/>
            <a:pathLst>
              <a:path w="9502" h="11866" extrusionOk="0">
                <a:moveTo>
                  <a:pt x="1298" y="1840"/>
                </a:moveTo>
                <a:lnTo>
                  <a:pt x="7632" y="5936"/>
                </a:lnTo>
                <a:lnTo>
                  <a:pt x="1298" y="10032"/>
                </a:lnTo>
                <a:lnTo>
                  <a:pt x="1298" y="1840"/>
                </a:lnTo>
                <a:close/>
                <a:moveTo>
                  <a:pt x="638" y="1"/>
                </a:moveTo>
                <a:cubicBezTo>
                  <a:pt x="536" y="1"/>
                  <a:pt x="435" y="26"/>
                  <a:pt x="346" y="78"/>
                </a:cubicBezTo>
                <a:cubicBezTo>
                  <a:pt x="131" y="185"/>
                  <a:pt x="0" y="411"/>
                  <a:pt x="0" y="650"/>
                </a:cubicBezTo>
                <a:lnTo>
                  <a:pt x="0" y="11234"/>
                </a:lnTo>
                <a:cubicBezTo>
                  <a:pt x="0" y="11472"/>
                  <a:pt x="131" y="11675"/>
                  <a:pt x="346" y="11794"/>
                </a:cubicBezTo>
                <a:cubicBezTo>
                  <a:pt x="453" y="11841"/>
                  <a:pt x="548" y="11865"/>
                  <a:pt x="655" y="11865"/>
                </a:cubicBezTo>
                <a:cubicBezTo>
                  <a:pt x="774" y="11865"/>
                  <a:pt x="893" y="11841"/>
                  <a:pt x="1012" y="11806"/>
                </a:cubicBezTo>
                <a:lnTo>
                  <a:pt x="9204" y="6507"/>
                </a:lnTo>
                <a:cubicBezTo>
                  <a:pt x="9382" y="6388"/>
                  <a:pt x="9502" y="6186"/>
                  <a:pt x="9502" y="5960"/>
                </a:cubicBezTo>
                <a:cubicBezTo>
                  <a:pt x="9502" y="5734"/>
                  <a:pt x="9382" y="5531"/>
                  <a:pt x="9204" y="5412"/>
                </a:cubicBezTo>
                <a:lnTo>
                  <a:pt x="1012" y="114"/>
                </a:lnTo>
                <a:cubicBezTo>
                  <a:pt x="899" y="41"/>
                  <a:pt x="767" y="1"/>
                  <a:pt x="638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100013" algn="bl" rotWithShape="0">
              <a:schemeClr val="l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p39"/>
          <p:cNvSpPr/>
          <p:nvPr/>
        </p:nvSpPr>
        <p:spPr>
          <a:xfrm rot="6653440">
            <a:off x="6278082" y="1355797"/>
            <a:ext cx="57889" cy="535140"/>
          </a:xfrm>
          <a:custGeom>
            <a:avLst/>
            <a:gdLst/>
            <a:ahLst/>
            <a:cxnLst/>
            <a:rect l="l" t="t" r="r" b="b"/>
            <a:pathLst>
              <a:path w="1310" h="12110" extrusionOk="0">
                <a:moveTo>
                  <a:pt x="655" y="0"/>
                </a:moveTo>
                <a:cubicBezTo>
                  <a:pt x="298" y="0"/>
                  <a:pt x="0" y="298"/>
                  <a:pt x="0" y="655"/>
                </a:cubicBezTo>
                <a:lnTo>
                  <a:pt x="0" y="11454"/>
                </a:lnTo>
                <a:cubicBezTo>
                  <a:pt x="0" y="11811"/>
                  <a:pt x="298" y="12109"/>
                  <a:pt x="655" y="12109"/>
                </a:cubicBezTo>
                <a:cubicBezTo>
                  <a:pt x="1012" y="12109"/>
                  <a:pt x="1310" y="11811"/>
                  <a:pt x="1310" y="11454"/>
                </a:cubicBezTo>
                <a:lnTo>
                  <a:pt x="1310" y="655"/>
                </a:lnTo>
                <a:cubicBezTo>
                  <a:pt x="1310" y="298"/>
                  <a:pt x="1036" y="0"/>
                  <a:pt x="655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100013" algn="bl" rotWithShape="0">
              <a:schemeClr val="l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847F787-058B-7C7A-D313-0BB7889620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331" y="665781"/>
            <a:ext cx="8066784" cy="428043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>
          <a:extLst>
            <a:ext uri="{FF2B5EF4-FFF2-40B4-BE49-F238E27FC236}">
              <a16:creationId xmlns:a16="http://schemas.microsoft.com/office/drawing/2014/main" id="{D20C7558-B3F0-784C-4EA6-35DE449F0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5">
            <a:extLst>
              <a:ext uri="{FF2B5EF4-FFF2-40B4-BE49-F238E27FC236}">
                <a16:creationId xmlns:a16="http://schemas.microsoft.com/office/drawing/2014/main" id="{FC42AEE5-0E57-A85A-A4B2-9D430786CED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-32164" y="1435248"/>
            <a:ext cx="7816864" cy="30995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sz="1800" b="1" dirty="0"/>
              <a:t>Core Features:</a:t>
            </a:r>
            <a:endParaRPr lang="en-IN" sz="1800" dirty="0"/>
          </a:p>
          <a:p>
            <a:r>
              <a:rPr lang="en-IN" sz="1800" dirty="0"/>
              <a:t>👤 Multiple student profiles</a:t>
            </a:r>
          </a:p>
          <a:p>
            <a:r>
              <a:rPr lang="en-IN" sz="1800" dirty="0"/>
              <a:t>🕒 Study session logging</a:t>
            </a:r>
          </a:p>
          <a:p>
            <a:r>
              <a:rPr lang="en-IN" sz="1800" dirty="0"/>
              <a:t>📉 Distraction &amp; focus tracking</a:t>
            </a:r>
          </a:p>
          <a:p>
            <a:r>
              <a:rPr lang="en-IN" sz="1800" dirty="0"/>
              <a:t>📊 Productivity analysis graph</a:t>
            </a:r>
          </a:p>
          <a:p>
            <a:r>
              <a:rPr lang="en-IN" sz="1800" dirty="0"/>
              <a:t>🧠 Best time &amp; dead zone detection</a:t>
            </a:r>
          </a:p>
          <a:p>
            <a:r>
              <a:rPr lang="en-IN" sz="1800" dirty="0"/>
              <a:t>💾 Local storage (no login required)</a:t>
            </a:r>
          </a:p>
          <a:p>
            <a:r>
              <a:rPr lang="en-IN" sz="1800" dirty="0"/>
              <a:t>🎨 Neon, user-friendly UI</a:t>
            </a:r>
          </a:p>
          <a:p>
            <a:r>
              <a:rPr lang="en-IN" sz="1800" b="1" dirty="0"/>
              <a:t>Unique Point:</a:t>
            </a:r>
            <a:br>
              <a:rPr lang="en-IN" sz="1800" dirty="0"/>
            </a:br>
            <a:r>
              <a:rPr lang="en-IN" sz="1800" dirty="0"/>
              <a:t>Each student gets </a:t>
            </a:r>
            <a:r>
              <a:rPr lang="en-IN" sz="1800" b="1" dirty="0"/>
              <a:t>personalized insights</a:t>
            </a:r>
            <a:r>
              <a:rPr lang="en-IN" sz="1800" dirty="0"/>
              <a:t>, not generic advice</a:t>
            </a:r>
            <a:r>
              <a:rPr lang="en-IN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00" name="Google Shape;400;p35">
            <a:extLst>
              <a:ext uri="{FF2B5EF4-FFF2-40B4-BE49-F238E27FC236}">
                <a16:creationId xmlns:a16="http://schemas.microsoft.com/office/drawing/2014/main" id="{6D551D0F-4AE8-1AC1-FF3E-F22F3C06FC9F}"/>
              </a:ext>
            </a:extLst>
          </p:cNvPr>
          <p:cNvSpPr/>
          <p:nvPr/>
        </p:nvSpPr>
        <p:spPr>
          <a:xfrm>
            <a:off x="5697525" y="1592850"/>
            <a:ext cx="1957800" cy="1957800"/>
          </a:xfrm>
          <a:prstGeom prst="ellipse">
            <a:avLst/>
          </a:prstGeom>
          <a:gradFill>
            <a:gsLst>
              <a:gs pos="0">
                <a:schemeClr val="lt1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  <a:effectLst>
            <a:outerShdw blurRad="128588" algn="bl" rotWithShape="0">
              <a:schemeClr val="accen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01" name="Google Shape;401;p35">
            <a:extLst>
              <a:ext uri="{FF2B5EF4-FFF2-40B4-BE49-F238E27FC236}">
                <a16:creationId xmlns:a16="http://schemas.microsoft.com/office/drawing/2014/main" id="{96A69DAC-86F4-3255-7A22-FF9E386903CB}"/>
              </a:ext>
            </a:extLst>
          </p:cNvPr>
          <p:cNvGrpSpPr/>
          <p:nvPr/>
        </p:nvGrpSpPr>
        <p:grpSpPr>
          <a:xfrm>
            <a:off x="6268789" y="2182282"/>
            <a:ext cx="815273" cy="778936"/>
            <a:chOff x="5197375" y="2305475"/>
            <a:chExt cx="300650" cy="287250"/>
          </a:xfrm>
        </p:grpSpPr>
        <p:sp>
          <p:nvSpPr>
            <p:cNvPr id="402" name="Google Shape;402;p35">
              <a:extLst>
                <a:ext uri="{FF2B5EF4-FFF2-40B4-BE49-F238E27FC236}">
                  <a16:creationId xmlns:a16="http://schemas.microsoft.com/office/drawing/2014/main" id="{B1D7F605-9B2D-4942-1E77-77C61141371F}"/>
                </a:ext>
              </a:extLst>
            </p:cNvPr>
            <p:cNvSpPr/>
            <p:nvPr/>
          </p:nvSpPr>
          <p:spPr>
            <a:xfrm>
              <a:off x="5197375" y="2305475"/>
              <a:ext cx="300650" cy="287250"/>
            </a:xfrm>
            <a:custGeom>
              <a:avLst/>
              <a:gdLst/>
              <a:ahLst/>
              <a:cxnLst/>
              <a:rect l="l" t="t" r="r" b="b"/>
              <a:pathLst>
                <a:path w="12026" h="11490" extrusionOk="0">
                  <a:moveTo>
                    <a:pt x="10990" y="1370"/>
                  </a:moveTo>
                  <a:cubicBezTo>
                    <a:pt x="11180" y="1370"/>
                    <a:pt x="11347" y="1536"/>
                    <a:pt x="11347" y="1727"/>
                  </a:cubicBezTo>
                  <a:lnTo>
                    <a:pt x="11347" y="3191"/>
                  </a:lnTo>
                  <a:lnTo>
                    <a:pt x="714" y="3191"/>
                  </a:lnTo>
                  <a:lnTo>
                    <a:pt x="714" y="1727"/>
                  </a:lnTo>
                  <a:cubicBezTo>
                    <a:pt x="714" y="1536"/>
                    <a:pt x="881" y="1370"/>
                    <a:pt x="1072" y="1370"/>
                  </a:cubicBezTo>
                  <a:lnTo>
                    <a:pt x="1881" y="1370"/>
                  </a:lnTo>
                  <a:lnTo>
                    <a:pt x="1881" y="1691"/>
                  </a:lnTo>
                  <a:cubicBezTo>
                    <a:pt x="1881" y="1882"/>
                    <a:pt x="2048" y="2048"/>
                    <a:pt x="2238" y="2048"/>
                  </a:cubicBezTo>
                  <a:cubicBezTo>
                    <a:pt x="2429" y="2048"/>
                    <a:pt x="2596" y="1882"/>
                    <a:pt x="2596" y="1691"/>
                  </a:cubicBezTo>
                  <a:lnTo>
                    <a:pt x="2596" y="1370"/>
                  </a:lnTo>
                  <a:lnTo>
                    <a:pt x="4405" y="1370"/>
                  </a:lnTo>
                  <a:lnTo>
                    <a:pt x="4405" y="1691"/>
                  </a:lnTo>
                  <a:cubicBezTo>
                    <a:pt x="4405" y="1882"/>
                    <a:pt x="4572" y="2048"/>
                    <a:pt x="4763" y="2048"/>
                  </a:cubicBezTo>
                  <a:cubicBezTo>
                    <a:pt x="4965" y="2048"/>
                    <a:pt x="5120" y="1882"/>
                    <a:pt x="5120" y="1691"/>
                  </a:cubicBezTo>
                  <a:lnTo>
                    <a:pt x="5120" y="1370"/>
                  </a:lnTo>
                  <a:lnTo>
                    <a:pt x="6941" y="1370"/>
                  </a:lnTo>
                  <a:lnTo>
                    <a:pt x="6941" y="1691"/>
                  </a:lnTo>
                  <a:cubicBezTo>
                    <a:pt x="6941" y="1882"/>
                    <a:pt x="7108" y="2048"/>
                    <a:pt x="7299" y="2048"/>
                  </a:cubicBezTo>
                  <a:cubicBezTo>
                    <a:pt x="7489" y="2048"/>
                    <a:pt x="7656" y="1882"/>
                    <a:pt x="7656" y="1691"/>
                  </a:cubicBezTo>
                  <a:lnTo>
                    <a:pt x="7656" y="1370"/>
                  </a:lnTo>
                  <a:lnTo>
                    <a:pt x="9466" y="1370"/>
                  </a:lnTo>
                  <a:lnTo>
                    <a:pt x="9466" y="1691"/>
                  </a:lnTo>
                  <a:cubicBezTo>
                    <a:pt x="9466" y="1882"/>
                    <a:pt x="9632" y="2048"/>
                    <a:pt x="9823" y="2048"/>
                  </a:cubicBezTo>
                  <a:cubicBezTo>
                    <a:pt x="10025" y="2048"/>
                    <a:pt x="10180" y="1882"/>
                    <a:pt x="10180" y="1691"/>
                  </a:cubicBezTo>
                  <a:lnTo>
                    <a:pt x="10180" y="1370"/>
                  </a:lnTo>
                  <a:close/>
                  <a:moveTo>
                    <a:pt x="11311" y="3906"/>
                  </a:moveTo>
                  <a:lnTo>
                    <a:pt x="11311" y="10454"/>
                  </a:lnTo>
                  <a:cubicBezTo>
                    <a:pt x="11311" y="10645"/>
                    <a:pt x="11156" y="10811"/>
                    <a:pt x="10954" y="10811"/>
                  </a:cubicBezTo>
                  <a:lnTo>
                    <a:pt x="1072" y="10811"/>
                  </a:lnTo>
                  <a:cubicBezTo>
                    <a:pt x="881" y="10811"/>
                    <a:pt x="714" y="10645"/>
                    <a:pt x="714" y="10454"/>
                  </a:cubicBezTo>
                  <a:lnTo>
                    <a:pt x="714" y="3906"/>
                  </a:lnTo>
                  <a:close/>
                  <a:moveTo>
                    <a:pt x="2215" y="0"/>
                  </a:moveTo>
                  <a:cubicBezTo>
                    <a:pt x="2024" y="0"/>
                    <a:pt x="1857" y="167"/>
                    <a:pt x="1857" y="358"/>
                  </a:cubicBezTo>
                  <a:lnTo>
                    <a:pt x="1857" y="679"/>
                  </a:lnTo>
                  <a:lnTo>
                    <a:pt x="1060" y="679"/>
                  </a:lnTo>
                  <a:cubicBezTo>
                    <a:pt x="476" y="679"/>
                    <a:pt x="0" y="1155"/>
                    <a:pt x="0" y="1727"/>
                  </a:cubicBezTo>
                  <a:lnTo>
                    <a:pt x="0" y="10442"/>
                  </a:lnTo>
                  <a:cubicBezTo>
                    <a:pt x="0" y="11014"/>
                    <a:pt x="476" y="11490"/>
                    <a:pt x="1060" y="11490"/>
                  </a:cubicBezTo>
                  <a:lnTo>
                    <a:pt x="10942" y="11490"/>
                  </a:lnTo>
                  <a:cubicBezTo>
                    <a:pt x="11525" y="11490"/>
                    <a:pt x="12002" y="11014"/>
                    <a:pt x="12002" y="10442"/>
                  </a:cubicBezTo>
                  <a:lnTo>
                    <a:pt x="12002" y="1727"/>
                  </a:lnTo>
                  <a:cubicBezTo>
                    <a:pt x="12025" y="1155"/>
                    <a:pt x="11549" y="679"/>
                    <a:pt x="10978" y="679"/>
                  </a:cubicBezTo>
                  <a:lnTo>
                    <a:pt x="10168" y="679"/>
                  </a:lnTo>
                  <a:lnTo>
                    <a:pt x="10168" y="358"/>
                  </a:lnTo>
                  <a:cubicBezTo>
                    <a:pt x="10168" y="167"/>
                    <a:pt x="10001" y="0"/>
                    <a:pt x="9811" y="0"/>
                  </a:cubicBezTo>
                  <a:cubicBezTo>
                    <a:pt x="9620" y="0"/>
                    <a:pt x="9454" y="167"/>
                    <a:pt x="9454" y="358"/>
                  </a:cubicBezTo>
                  <a:lnTo>
                    <a:pt x="9454" y="679"/>
                  </a:lnTo>
                  <a:lnTo>
                    <a:pt x="7632" y="679"/>
                  </a:lnTo>
                  <a:lnTo>
                    <a:pt x="7632" y="358"/>
                  </a:lnTo>
                  <a:cubicBezTo>
                    <a:pt x="7632" y="167"/>
                    <a:pt x="7477" y="0"/>
                    <a:pt x="7275" y="0"/>
                  </a:cubicBezTo>
                  <a:cubicBezTo>
                    <a:pt x="7084" y="0"/>
                    <a:pt x="6918" y="167"/>
                    <a:pt x="6918" y="358"/>
                  </a:cubicBezTo>
                  <a:lnTo>
                    <a:pt x="6918" y="679"/>
                  </a:lnTo>
                  <a:lnTo>
                    <a:pt x="5108" y="679"/>
                  </a:lnTo>
                  <a:lnTo>
                    <a:pt x="5108" y="358"/>
                  </a:lnTo>
                  <a:cubicBezTo>
                    <a:pt x="5108" y="167"/>
                    <a:pt x="4941" y="0"/>
                    <a:pt x="4751" y="0"/>
                  </a:cubicBezTo>
                  <a:cubicBezTo>
                    <a:pt x="4560" y="0"/>
                    <a:pt x="4393" y="167"/>
                    <a:pt x="4393" y="358"/>
                  </a:cubicBezTo>
                  <a:lnTo>
                    <a:pt x="4393" y="679"/>
                  </a:lnTo>
                  <a:lnTo>
                    <a:pt x="2572" y="679"/>
                  </a:lnTo>
                  <a:lnTo>
                    <a:pt x="2572" y="358"/>
                  </a:lnTo>
                  <a:cubicBezTo>
                    <a:pt x="2572" y="167"/>
                    <a:pt x="2417" y="0"/>
                    <a:pt x="221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100013" algn="bl" rotWithShape="0">
                <a:schemeClr val="accent2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35">
              <a:extLst>
                <a:ext uri="{FF2B5EF4-FFF2-40B4-BE49-F238E27FC236}">
                  <a16:creationId xmlns:a16="http://schemas.microsoft.com/office/drawing/2014/main" id="{FEDB0A49-2ECF-E4B5-4520-6F635CA764F7}"/>
                </a:ext>
              </a:extLst>
            </p:cNvPr>
            <p:cNvSpPr/>
            <p:nvPr/>
          </p:nvSpPr>
          <p:spPr>
            <a:xfrm>
              <a:off x="5307500" y="2423950"/>
              <a:ext cx="80975" cy="134550"/>
            </a:xfrm>
            <a:custGeom>
              <a:avLst/>
              <a:gdLst/>
              <a:ahLst/>
              <a:cxnLst/>
              <a:rect l="l" t="t" r="r" b="b"/>
              <a:pathLst>
                <a:path w="3239" h="5382" extrusionOk="0">
                  <a:moveTo>
                    <a:pt x="1632" y="0"/>
                  </a:moveTo>
                  <a:cubicBezTo>
                    <a:pt x="1429" y="0"/>
                    <a:pt x="1262" y="167"/>
                    <a:pt x="1262" y="357"/>
                  </a:cubicBezTo>
                  <a:lnTo>
                    <a:pt x="1262" y="714"/>
                  </a:lnTo>
                  <a:cubicBezTo>
                    <a:pt x="453" y="714"/>
                    <a:pt x="12" y="1274"/>
                    <a:pt x="12" y="1869"/>
                  </a:cubicBezTo>
                  <a:cubicBezTo>
                    <a:pt x="0" y="2512"/>
                    <a:pt x="524" y="3036"/>
                    <a:pt x="1167" y="3036"/>
                  </a:cubicBezTo>
                  <a:lnTo>
                    <a:pt x="2060" y="3036"/>
                  </a:lnTo>
                  <a:cubicBezTo>
                    <a:pt x="2310" y="3036"/>
                    <a:pt x="2524" y="3239"/>
                    <a:pt x="2524" y="3501"/>
                  </a:cubicBezTo>
                  <a:cubicBezTo>
                    <a:pt x="2524" y="3751"/>
                    <a:pt x="2310" y="3953"/>
                    <a:pt x="2060" y="3953"/>
                  </a:cubicBezTo>
                  <a:lnTo>
                    <a:pt x="1120" y="3953"/>
                  </a:lnTo>
                  <a:cubicBezTo>
                    <a:pt x="1000" y="3953"/>
                    <a:pt x="870" y="3917"/>
                    <a:pt x="762" y="3834"/>
                  </a:cubicBezTo>
                  <a:cubicBezTo>
                    <a:pt x="698" y="3797"/>
                    <a:pt x="627" y="3778"/>
                    <a:pt x="557" y="3778"/>
                  </a:cubicBezTo>
                  <a:cubicBezTo>
                    <a:pt x="446" y="3778"/>
                    <a:pt x="340" y="3827"/>
                    <a:pt x="274" y="3929"/>
                  </a:cubicBezTo>
                  <a:cubicBezTo>
                    <a:pt x="167" y="4096"/>
                    <a:pt x="203" y="4310"/>
                    <a:pt x="358" y="4417"/>
                  </a:cubicBezTo>
                  <a:cubicBezTo>
                    <a:pt x="692" y="4651"/>
                    <a:pt x="992" y="4668"/>
                    <a:pt x="1177" y="4668"/>
                  </a:cubicBezTo>
                  <a:cubicBezTo>
                    <a:pt x="1209" y="4668"/>
                    <a:pt x="1238" y="4667"/>
                    <a:pt x="1262" y="4667"/>
                  </a:cubicBezTo>
                  <a:lnTo>
                    <a:pt x="1262" y="5025"/>
                  </a:lnTo>
                  <a:cubicBezTo>
                    <a:pt x="1262" y="5227"/>
                    <a:pt x="1429" y="5382"/>
                    <a:pt x="1632" y="5382"/>
                  </a:cubicBezTo>
                  <a:cubicBezTo>
                    <a:pt x="1822" y="5382"/>
                    <a:pt x="1989" y="5227"/>
                    <a:pt x="1989" y="5025"/>
                  </a:cubicBezTo>
                  <a:lnTo>
                    <a:pt x="1989" y="4667"/>
                  </a:lnTo>
                  <a:cubicBezTo>
                    <a:pt x="2798" y="4667"/>
                    <a:pt x="3239" y="4108"/>
                    <a:pt x="3239" y="3512"/>
                  </a:cubicBezTo>
                  <a:cubicBezTo>
                    <a:pt x="3239" y="2869"/>
                    <a:pt x="2715" y="2346"/>
                    <a:pt x="2072" y="2346"/>
                  </a:cubicBezTo>
                  <a:lnTo>
                    <a:pt x="1179" y="2346"/>
                  </a:lnTo>
                  <a:cubicBezTo>
                    <a:pt x="929" y="2346"/>
                    <a:pt x="715" y="2143"/>
                    <a:pt x="715" y="1893"/>
                  </a:cubicBezTo>
                  <a:cubicBezTo>
                    <a:pt x="715" y="1631"/>
                    <a:pt x="929" y="1429"/>
                    <a:pt x="1179" y="1429"/>
                  </a:cubicBezTo>
                  <a:lnTo>
                    <a:pt x="2048" y="1429"/>
                  </a:lnTo>
                  <a:cubicBezTo>
                    <a:pt x="2227" y="1429"/>
                    <a:pt x="2382" y="1500"/>
                    <a:pt x="2501" y="1631"/>
                  </a:cubicBezTo>
                  <a:cubicBezTo>
                    <a:pt x="2575" y="1712"/>
                    <a:pt x="2669" y="1750"/>
                    <a:pt x="2764" y="1750"/>
                  </a:cubicBezTo>
                  <a:cubicBezTo>
                    <a:pt x="2851" y="1750"/>
                    <a:pt x="2938" y="1718"/>
                    <a:pt x="3013" y="1655"/>
                  </a:cubicBezTo>
                  <a:cubicBezTo>
                    <a:pt x="3156" y="1512"/>
                    <a:pt x="3156" y="1298"/>
                    <a:pt x="3025" y="1143"/>
                  </a:cubicBezTo>
                  <a:cubicBezTo>
                    <a:pt x="2775" y="857"/>
                    <a:pt x="2429" y="714"/>
                    <a:pt x="1989" y="714"/>
                  </a:cubicBezTo>
                  <a:lnTo>
                    <a:pt x="1989" y="357"/>
                  </a:lnTo>
                  <a:cubicBezTo>
                    <a:pt x="1989" y="167"/>
                    <a:pt x="1822" y="0"/>
                    <a:pt x="163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100013" algn="bl" rotWithShape="0">
                <a:schemeClr val="accent2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4" name="Google Shape;404;p35">
            <a:extLst>
              <a:ext uri="{FF2B5EF4-FFF2-40B4-BE49-F238E27FC236}">
                <a16:creationId xmlns:a16="http://schemas.microsoft.com/office/drawing/2014/main" id="{A97A77F6-23C2-C3A5-2A62-7E4066A14A3D}"/>
              </a:ext>
            </a:extLst>
          </p:cNvPr>
          <p:cNvSpPr/>
          <p:nvPr/>
        </p:nvSpPr>
        <p:spPr>
          <a:xfrm>
            <a:off x="4787200" y="2548028"/>
            <a:ext cx="714982" cy="675268"/>
          </a:xfrm>
          <a:custGeom>
            <a:avLst/>
            <a:gdLst/>
            <a:ahLst/>
            <a:cxnLst/>
            <a:rect l="l" t="t" r="r" b="b"/>
            <a:pathLst>
              <a:path w="23314" h="22019" extrusionOk="0">
                <a:moveTo>
                  <a:pt x="9300" y="1306"/>
                </a:moveTo>
                <a:cubicBezTo>
                  <a:pt x="12241" y="1306"/>
                  <a:pt x="15182" y="2427"/>
                  <a:pt x="17420" y="4671"/>
                </a:cubicBezTo>
                <a:cubicBezTo>
                  <a:pt x="21753" y="9005"/>
                  <a:pt x="21908" y="15934"/>
                  <a:pt x="17872" y="20446"/>
                </a:cubicBezTo>
                <a:lnTo>
                  <a:pt x="1644" y="4218"/>
                </a:lnTo>
                <a:cubicBezTo>
                  <a:pt x="3820" y="2278"/>
                  <a:pt x="6560" y="1306"/>
                  <a:pt x="9300" y="1306"/>
                </a:cubicBezTo>
                <a:close/>
                <a:moveTo>
                  <a:pt x="9293" y="0"/>
                </a:moveTo>
                <a:cubicBezTo>
                  <a:pt x="6019" y="0"/>
                  <a:pt x="2745" y="1248"/>
                  <a:pt x="251" y="3742"/>
                </a:cubicBezTo>
                <a:cubicBezTo>
                  <a:pt x="1" y="4004"/>
                  <a:pt x="1" y="4421"/>
                  <a:pt x="251" y="4671"/>
                </a:cubicBezTo>
                <a:lnTo>
                  <a:pt x="17420" y="21828"/>
                </a:lnTo>
                <a:cubicBezTo>
                  <a:pt x="17562" y="21958"/>
                  <a:pt x="17717" y="22018"/>
                  <a:pt x="17884" y="22018"/>
                </a:cubicBezTo>
                <a:cubicBezTo>
                  <a:pt x="18051" y="22018"/>
                  <a:pt x="18217" y="21958"/>
                  <a:pt x="18336" y="21828"/>
                </a:cubicBezTo>
                <a:cubicBezTo>
                  <a:pt x="23313" y="16839"/>
                  <a:pt x="23313" y="8731"/>
                  <a:pt x="18336" y="3742"/>
                </a:cubicBezTo>
                <a:cubicBezTo>
                  <a:pt x="15842" y="1248"/>
                  <a:pt x="12568" y="0"/>
                  <a:pt x="929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342900" algn="bl" rotWithShape="0">
              <a:schemeClr val="accent3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" name="Google Shape;405;p35">
            <a:extLst>
              <a:ext uri="{FF2B5EF4-FFF2-40B4-BE49-F238E27FC236}">
                <a16:creationId xmlns:a16="http://schemas.microsoft.com/office/drawing/2014/main" id="{D8D30131-5D5B-6820-FFB4-05CF35E15460}"/>
              </a:ext>
            </a:extLst>
          </p:cNvPr>
          <p:cNvSpPr/>
          <p:nvPr/>
        </p:nvSpPr>
        <p:spPr>
          <a:xfrm rot="-1865276">
            <a:off x="7576853" y="1373887"/>
            <a:ext cx="389168" cy="648493"/>
          </a:xfrm>
          <a:custGeom>
            <a:avLst/>
            <a:gdLst/>
            <a:ahLst/>
            <a:cxnLst/>
            <a:rect l="l" t="t" r="r" b="b"/>
            <a:pathLst>
              <a:path w="18385" h="30636" extrusionOk="0">
                <a:moveTo>
                  <a:pt x="9645" y="2692"/>
                </a:moveTo>
                <a:lnTo>
                  <a:pt x="16598" y="14669"/>
                </a:lnTo>
                <a:lnTo>
                  <a:pt x="8466" y="14669"/>
                </a:lnTo>
                <a:lnTo>
                  <a:pt x="9371" y="5454"/>
                </a:lnTo>
                <a:lnTo>
                  <a:pt x="9645" y="2692"/>
                </a:lnTo>
                <a:close/>
                <a:moveTo>
                  <a:pt x="8264" y="3537"/>
                </a:moveTo>
                <a:lnTo>
                  <a:pt x="8026" y="5990"/>
                </a:lnTo>
                <a:lnTo>
                  <a:pt x="7180" y="14681"/>
                </a:lnTo>
                <a:lnTo>
                  <a:pt x="1799" y="14681"/>
                </a:lnTo>
                <a:lnTo>
                  <a:pt x="8264" y="3537"/>
                </a:lnTo>
                <a:close/>
                <a:moveTo>
                  <a:pt x="7180" y="15979"/>
                </a:moveTo>
                <a:lnTo>
                  <a:pt x="8026" y="24671"/>
                </a:lnTo>
                <a:lnTo>
                  <a:pt x="8264" y="27123"/>
                </a:lnTo>
                <a:lnTo>
                  <a:pt x="1799" y="15979"/>
                </a:lnTo>
                <a:close/>
                <a:moveTo>
                  <a:pt x="16598" y="15979"/>
                </a:moveTo>
                <a:lnTo>
                  <a:pt x="9645" y="27957"/>
                </a:lnTo>
                <a:lnTo>
                  <a:pt x="9383" y="25194"/>
                </a:lnTo>
                <a:lnTo>
                  <a:pt x="8466" y="15979"/>
                </a:lnTo>
                <a:close/>
                <a:moveTo>
                  <a:pt x="9050" y="1"/>
                </a:moveTo>
                <a:cubicBezTo>
                  <a:pt x="9038" y="1"/>
                  <a:pt x="9014" y="13"/>
                  <a:pt x="9002" y="13"/>
                </a:cubicBezTo>
                <a:cubicBezTo>
                  <a:pt x="8978" y="25"/>
                  <a:pt x="8942" y="25"/>
                  <a:pt x="8919" y="37"/>
                </a:cubicBezTo>
                <a:cubicBezTo>
                  <a:pt x="8883" y="60"/>
                  <a:pt x="8859" y="72"/>
                  <a:pt x="8811" y="96"/>
                </a:cubicBezTo>
                <a:cubicBezTo>
                  <a:pt x="8776" y="120"/>
                  <a:pt x="8764" y="132"/>
                  <a:pt x="8740" y="156"/>
                </a:cubicBezTo>
                <a:cubicBezTo>
                  <a:pt x="8704" y="191"/>
                  <a:pt x="8680" y="215"/>
                  <a:pt x="8669" y="251"/>
                </a:cubicBezTo>
                <a:lnTo>
                  <a:pt x="8621" y="298"/>
                </a:lnTo>
                <a:lnTo>
                  <a:pt x="96" y="15003"/>
                </a:lnTo>
                <a:cubicBezTo>
                  <a:pt x="72" y="15015"/>
                  <a:pt x="72" y="15026"/>
                  <a:pt x="72" y="15038"/>
                </a:cubicBezTo>
                <a:cubicBezTo>
                  <a:pt x="60" y="15074"/>
                  <a:pt x="48" y="15122"/>
                  <a:pt x="37" y="15146"/>
                </a:cubicBezTo>
                <a:cubicBezTo>
                  <a:pt x="37" y="15181"/>
                  <a:pt x="37" y="15193"/>
                  <a:pt x="13" y="15217"/>
                </a:cubicBezTo>
                <a:cubicBezTo>
                  <a:pt x="13" y="15253"/>
                  <a:pt x="1" y="15277"/>
                  <a:pt x="1" y="15312"/>
                </a:cubicBezTo>
                <a:cubicBezTo>
                  <a:pt x="1" y="15336"/>
                  <a:pt x="13" y="15372"/>
                  <a:pt x="13" y="15396"/>
                </a:cubicBezTo>
                <a:cubicBezTo>
                  <a:pt x="13" y="15431"/>
                  <a:pt x="13" y="15443"/>
                  <a:pt x="37" y="15479"/>
                </a:cubicBezTo>
                <a:cubicBezTo>
                  <a:pt x="48" y="15515"/>
                  <a:pt x="60" y="15550"/>
                  <a:pt x="72" y="15574"/>
                </a:cubicBezTo>
                <a:cubicBezTo>
                  <a:pt x="72" y="15598"/>
                  <a:pt x="96" y="15610"/>
                  <a:pt x="96" y="15622"/>
                </a:cubicBezTo>
                <a:lnTo>
                  <a:pt x="8621" y="30326"/>
                </a:lnTo>
                <a:cubicBezTo>
                  <a:pt x="8633" y="30362"/>
                  <a:pt x="8645" y="30374"/>
                  <a:pt x="8669" y="30386"/>
                </a:cubicBezTo>
                <a:lnTo>
                  <a:pt x="8704" y="30433"/>
                </a:lnTo>
                <a:cubicBezTo>
                  <a:pt x="8740" y="30481"/>
                  <a:pt x="8776" y="30505"/>
                  <a:pt x="8823" y="30540"/>
                </a:cubicBezTo>
                <a:cubicBezTo>
                  <a:pt x="8835" y="30540"/>
                  <a:pt x="8835" y="30552"/>
                  <a:pt x="8859" y="30552"/>
                </a:cubicBezTo>
                <a:cubicBezTo>
                  <a:pt x="8919" y="30576"/>
                  <a:pt x="8978" y="30612"/>
                  <a:pt x="9038" y="30624"/>
                </a:cubicBezTo>
                <a:lnTo>
                  <a:pt x="9050" y="30624"/>
                </a:lnTo>
                <a:cubicBezTo>
                  <a:pt x="9097" y="30636"/>
                  <a:pt x="9133" y="30636"/>
                  <a:pt x="9181" y="30636"/>
                </a:cubicBezTo>
                <a:cubicBezTo>
                  <a:pt x="9240" y="30636"/>
                  <a:pt x="9300" y="30624"/>
                  <a:pt x="9359" y="30612"/>
                </a:cubicBezTo>
                <a:lnTo>
                  <a:pt x="9371" y="30612"/>
                </a:lnTo>
                <a:cubicBezTo>
                  <a:pt x="9395" y="30612"/>
                  <a:pt x="9395" y="30600"/>
                  <a:pt x="9407" y="30600"/>
                </a:cubicBezTo>
                <a:cubicBezTo>
                  <a:pt x="9454" y="30576"/>
                  <a:pt x="9490" y="30552"/>
                  <a:pt x="9538" y="30516"/>
                </a:cubicBezTo>
                <a:lnTo>
                  <a:pt x="9585" y="30481"/>
                </a:lnTo>
                <a:cubicBezTo>
                  <a:pt x="9621" y="30445"/>
                  <a:pt x="9657" y="30421"/>
                  <a:pt x="9693" y="30374"/>
                </a:cubicBezTo>
                <a:cubicBezTo>
                  <a:pt x="9704" y="30362"/>
                  <a:pt x="9716" y="30338"/>
                  <a:pt x="9716" y="30326"/>
                </a:cubicBezTo>
                <a:cubicBezTo>
                  <a:pt x="9752" y="30362"/>
                  <a:pt x="9752" y="30362"/>
                  <a:pt x="9764" y="30362"/>
                </a:cubicBezTo>
                <a:lnTo>
                  <a:pt x="18289" y="15658"/>
                </a:lnTo>
                <a:cubicBezTo>
                  <a:pt x="18301" y="15634"/>
                  <a:pt x="18301" y="15622"/>
                  <a:pt x="18301" y="15610"/>
                </a:cubicBezTo>
                <a:cubicBezTo>
                  <a:pt x="18325" y="15574"/>
                  <a:pt x="18336" y="15527"/>
                  <a:pt x="18348" y="15503"/>
                </a:cubicBezTo>
                <a:cubicBezTo>
                  <a:pt x="18348" y="15479"/>
                  <a:pt x="18348" y="15455"/>
                  <a:pt x="18360" y="15431"/>
                </a:cubicBezTo>
                <a:cubicBezTo>
                  <a:pt x="18360" y="15396"/>
                  <a:pt x="18384" y="15372"/>
                  <a:pt x="18384" y="15336"/>
                </a:cubicBezTo>
                <a:cubicBezTo>
                  <a:pt x="18384" y="15312"/>
                  <a:pt x="18360" y="15277"/>
                  <a:pt x="18360" y="15253"/>
                </a:cubicBezTo>
                <a:cubicBezTo>
                  <a:pt x="18360" y="15217"/>
                  <a:pt x="18360" y="15205"/>
                  <a:pt x="18348" y="15181"/>
                </a:cubicBezTo>
                <a:cubicBezTo>
                  <a:pt x="18336" y="15134"/>
                  <a:pt x="18325" y="15098"/>
                  <a:pt x="18301" y="15074"/>
                </a:cubicBezTo>
                <a:cubicBezTo>
                  <a:pt x="18301" y="15062"/>
                  <a:pt x="18289" y="15038"/>
                  <a:pt x="18289" y="15026"/>
                </a:cubicBezTo>
                <a:lnTo>
                  <a:pt x="9764" y="322"/>
                </a:lnTo>
                <a:lnTo>
                  <a:pt x="9752" y="310"/>
                </a:lnTo>
                <a:cubicBezTo>
                  <a:pt x="9740" y="275"/>
                  <a:pt x="9704" y="263"/>
                  <a:pt x="9693" y="239"/>
                </a:cubicBezTo>
                <a:cubicBezTo>
                  <a:pt x="9657" y="203"/>
                  <a:pt x="9645" y="179"/>
                  <a:pt x="9621" y="144"/>
                </a:cubicBezTo>
                <a:cubicBezTo>
                  <a:pt x="9597" y="132"/>
                  <a:pt x="9573" y="120"/>
                  <a:pt x="9538" y="96"/>
                </a:cubicBezTo>
                <a:cubicBezTo>
                  <a:pt x="9514" y="72"/>
                  <a:pt x="9466" y="60"/>
                  <a:pt x="9419" y="37"/>
                </a:cubicBezTo>
                <a:cubicBezTo>
                  <a:pt x="9407" y="37"/>
                  <a:pt x="9407" y="25"/>
                  <a:pt x="9395" y="25"/>
                </a:cubicBezTo>
                <a:cubicBezTo>
                  <a:pt x="9383" y="25"/>
                  <a:pt x="9347" y="25"/>
                  <a:pt x="9335" y="13"/>
                </a:cubicBezTo>
                <a:cubicBezTo>
                  <a:pt x="9288" y="1"/>
                  <a:pt x="9264" y="1"/>
                  <a:pt x="9216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114300" algn="bl" rotWithShape="0">
              <a:schemeClr val="accent3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35">
            <a:extLst>
              <a:ext uri="{FF2B5EF4-FFF2-40B4-BE49-F238E27FC236}">
                <a16:creationId xmlns:a16="http://schemas.microsoft.com/office/drawing/2014/main" id="{2EB8A225-7666-FCCB-9EEA-50EA69B148CB}"/>
              </a:ext>
            </a:extLst>
          </p:cNvPr>
          <p:cNvSpPr/>
          <p:nvPr/>
        </p:nvSpPr>
        <p:spPr>
          <a:xfrm>
            <a:off x="7547150" y="2587338"/>
            <a:ext cx="237550" cy="296650"/>
          </a:xfrm>
          <a:custGeom>
            <a:avLst/>
            <a:gdLst/>
            <a:ahLst/>
            <a:cxnLst/>
            <a:rect l="l" t="t" r="r" b="b"/>
            <a:pathLst>
              <a:path w="9502" h="11866" extrusionOk="0">
                <a:moveTo>
                  <a:pt x="1298" y="1840"/>
                </a:moveTo>
                <a:lnTo>
                  <a:pt x="7632" y="5936"/>
                </a:lnTo>
                <a:lnTo>
                  <a:pt x="1298" y="10032"/>
                </a:lnTo>
                <a:lnTo>
                  <a:pt x="1298" y="1840"/>
                </a:lnTo>
                <a:close/>
                <a:moveTo>
                  <a:pt x="638" y="1"/>
                </a:moveTo>
                <a:cubicBezTo>
                  <a:pt x="536" y="1"/>
                  <a:pt x="435" y="26"/>
                  <a:pt x="346" y="78"/>
                </a:cubicBezTo>
                <a:cubicBezTo>
                  <a:pt x="131" y="185"/>
                  <a:pt x="0" y="411"/>
                  <a:pt x="0" y="650"/>
                </a:cubicBezTo>
                <a:lnTo>
                  <a:pt x="0" y="11234"/>
                </a:lnTo>
                <a:cubicBezTo>
                  <a:pt x="0" y="11472"/>
                  <a:pt x="131" y="11675"/>
                  <a:pt x="346" y="11794"/>
                </a:cubicBezTo>
                <a:cubicBezTo>
                  <a:pt x="453" y="11841"/>
                  <a:pt x="548" y="11865"/>
                  <a:pt x="655" y="11865"/>
                </a:cubicBezTo>
                <a:cubicBezTo>
                  <a:pt x="774" y="11865"/>
                  <a:pt x="893" y="11841"/>
                  <a:pt x="1012" y="11806"/>
                </a:cubicBezTo>
                <a:lnTo>
                  <a:pt x="9204" y="6507"/>
                </a:lnTo>
                <a:cubicBezTo>
                  <a:pt x="9382" y="6388"/>
                  <a:pt x="9502" y="6186"/>
                  <a:pt x="9502" y="5960"/>
                </a:cubicBezTo>
                <a:cubicBezTo>
                  <a:pt x="9502" y="5734"/>
                  <a:pt x="9382" y="5531"/>
                  <a:pt x="9204" y="5412"/>
                </a:cubicBezTo>
                <a:lnTo>
                  <a:pt x="1012" y="114"/>
                </a:lnTo>
                <a:cubicBezTo>
                  <a:pt x="899" y="41"/>
                  <a:pt x="767" y="1"/>
                  <a:pt x="638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100013" algn="bl" rotWithShape="0">
              <a:schemeClr val="accent3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p35">
            <a:extLst>
              <a:ext uri="{FF2B5EF4-FFF2-40B4-BE49-F238E27FC236}">
                <a16:creationId xmlns:a16="http://schemas.microsoft.com/office/drawing/2014/main" id="{4F04C515-F506-3511-B55E-8895A2C963F2}"/>
              </a:ext>
            </a:extLst>
          </p:cNvPr>
          <p:cNvSpPr/>
          <p:nvPr/>
        </p:nvSpPr>
        <p:spPr>
          <a:xfrm>
            <a:off x="5951675" y="3300312"/>
            <a:ext cx="317121" cy="296656"/>
          </a:xfrm>
          <a:custGeom>
            <a:avLst/>
            <a:gdLst/>
            <a:ahLst/>
            <a:cxnLst/>
            <a:rect l="l" t="t" r="r" b="b"/>
            <a:pathLst>
              <a:path w="9133" h="8543" extrusionOk="0">
                <a:moveTo>
                  <a:pt x="7481" y="0"/>
                </a:moveTo>
                <a:cubicBezTo>
                  <a:pt x="7385" y="0"/>
                  <a:pt x="7286" y="21"/>
                  <a:pt x="7191" y="65"/>
                </a:cubicBezTo>
                <a:cubicBezTo>
                  <a:pt x="6858" y="220"/>
                  <a:pt x="6727" y="601"/>
                  <a:pt x="6894" y="934"/>
                </a:cubicBezTo>
                <a:cubicBezTo>
                  <a:pt x="7715" y="2613"/>
                  <a:pt x="7382" y="4637"/>
                  <a:pt x="6060" y="5959"/>
                </a:cubicBezTo>
                <a:cubicBezTo>
                  <a:pt x="5223" y="6803"/>
                  <a:pt x="4105" y="7247"/>
                  <a:pt x="2971" y="7247"/>
                </a:cubicBezTo>
                <a:cubicBezTo>
                  <a:pt x="2314" y="7247"/>
                  <a:pt x="1652" y="7098"/>
                  <a:pt x="1036" y="6792"/>
                </a:cubicBezTo>
                <a:cubicBezTo>
                  <a:pt x="945" y="6748"/>
                  <a:pt x="848" y="6727"/>
                  <a:pt x="754" y="6727"/>
                </a:cubicBezTo>
                <a:cubicBezTo>
                  <a:pt x="515" y="6727"/>
                  <a:pt x="286" y="6860"/>
                  <a:pt x="167" y="7090"/>
                </a:cubicBezTo>
                <a:cubicBezTo>
                  <a:pt x="0" y="7411"/>
                  <a:pt x="143" y="7792"/>
                  <a:pt x="464" y="7959"/>
                </a:cubicBezTo>
                <a:cubicBezTo>
                  <a:pt x="1250" y="8340"/>
                  <a:pt x="2119" y="8542"/>
                  <a:pt x="2965" y="8542"/>
                </a:cubicBezTo>
                <a:cubicBezTo>
                  <a:pt x="4429" y="8542"/>
                  <a:pt x="5882" y="7971"/>
                  <a:pt x="6977" y="6888"/>
                </a:cubicBezTo>
                <a:cubicBezTo>
                  <a:pt x="8692" y="5173"/>
                  <a:pt x="9132" y="2554"/>
                  <a:pt x="8049" y="363"/>
                </a:cubicBezTo>
                <a:cubicBezTo>
                  <a:pt x="7946" y="133"/>
                  <a:pt x="7722" y="0"/>
                  <a:pt x="748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100013" algn="bl" rotWithShape="0">
              <a:schemeClr val="accent3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35">
            <a:extLst>
              <a:ext uri="{FF2B5EF4-FFF2-40B4-BE49-F238E27FC236}">
                <a16:creationId xmlns:a16="http://schemas.microsoft.com/office/drawing/2014/main" id="{55833977-89D3-7EC2-26A2-3319F8BEA02B}"/>
              </a:ext>
            </a:extLst>
          </p:cNvPr>
          <p:cNvSpPr/>
          <p:nvPr/>
        </p:nvSpPr>
        <p:spPr>
          <a:xfrm rot="1650174">
            <a:off x="7204867" y="3701072"/>
            <a:ext cx="32750" cy="302754"/>
          </a:xfrm>
          <a:custGeom>
            <a:avLst/>
            <a:gdLst/>
            <a:ahLst/>
            <a:cxnLst/>
            <a:rect l="l" t="t" r="r" b="b"/>
            <a:pathLst>
              <a:path w="1310" h="12110" extrusionOk="0">
                <a:moveTo>
                  <a:pt x="655" y="0"/>
                </a:moveTo>
                <a:cubicBezTo>
                  <a:pt x="298" y="0"/>
                  <a:pt x="0" y="298"/>
                  <a:pt x="0" y="655"/>
                </a:cubicBezTo>
                <a:lnTo>
                  <a:pt x="0" y="11454"/>
                </a:lnTo>
                <a:cubicBezTo>
                  <a:pt x="0" y="11811"/>
                  <a:pt x="298" y="12109"/>
                  <a:pt x="655" y="12109"/>
                </a:cubicBezTo>
                <a:cubicBezTo>
                  <a:pt x="1012" y="12109"/>
                  <a:pt x="1310" y="11811"/>
                  <a:pt x="1310" y="11454"/>
                </a:cubicBezTo>
                <a:lnTo>
                  <a:pt x="1310" y="655"/>
                </a:lnTo>
                <a:cubicBezTo>
                  <a:pt x="1310" y="298"/>
                  <a:pt x="1036" y="0"/>
                  <a:pt x="65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100013" algn="bl" rotWithShape="0">
              <a:schemeClr val="accent3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p35">
            <a:extLst>
              <a:ext uri="{FF2B5EF4-FFF2-40B4-BE49-F238E27FC236}">
                <a16:creationId xmlns:a16="http://schemas.microsoft.com/office/drawing/2014/main" id="{4924DD81-E859-A132-02F1-DC17F8BDB7AF}"/>
              </a:ext>
            </a:extLst>
          </p:cNvPr>
          <p:cNvSpPr/>
          <p:nvPr/>
        </p:nvSpPr>
        <p:spPr>
          <a:xfrm>
            <a:off x="5548725" y="1450625"/>
            <a:ext cx="237550" cy="296650"/>
          </a:xfrm>
          <a:custGeom>
            <a:avLst/>
            <a:gdLst/>
            <a:ahLst/>
            <a:cxnLst/>
            <a:rect l="l" t="t" r="r" b="b"/>
            <a:pathLst>
              <a:path w="9502" h="11866" extrusionOk="0">
                <a:moveTo>
                  <a:pt x="1298" y="1840"/>
                </a:moveTo>
                <a:lnTo>
                  <a:pt x="7632" y="5936"/>
                </a:lnTo>
                <a:lnTo>
                  <a:pt x="1298" y="10032"/>
                </a:lnTo>
                <a:lnTo>
                  <a:pt x="1298" y="1840"/>
                </a:lnTo>
                <a:close/>
                <a:moveTo>
                  <a:pt x="638" y="1"/>
                </a:moveTo>
                <a:cubicBezTo>
                  <a:pt x="536" y="1"/>
                  <a:pt x="435" y="26"/>
                  <a:pt x="346" y="78"/>
                </a:cubicBezTo>
                <a:cubicBezTo>
                  <a:pt x="131" y="185"/>
                  <a:pt x="0" y="411"/>
                  <a:pt x="0" y="650"/>
                </a:cubicBezTo>
                <a:lnTo>
                  <a:pt x="0" y="11234"/>
                </a:lnTo>
                <a:cubicBezTo>
                  <a:pt x="0" y="11472"/>
                  <a:pt x="131" y="11675"/>
                  <a:pt x="346" y="11794"/>
                </a:cubicBezTo>
                <a:cubicBezTo>
                  <a:pt x="453" y="11841"/>
                  <a:pt x="548" y="11865"/>
                  <a:pt x="655" y="11865"/>
                </a:cubicBezTo>
                <a:cubicBezTo>
                  <a:pt x="774" y="11865"/>
                  <a:pt x="893" y="11841"/>
                  <a:pt x="1012" y="11806"/>
                </a:cubicBezTo>
                <a:lnTo>
                  <a:pt x="9204" y="6507"/>
                </a:lnTo>
                <a:cubicBezTo>
                  <a:pt x="9382" y="6388"/>
                  <a:pt x="9502" y="6186"/>
                  <a:pt x="9502" y="5960"/>
                </a:cubicBezTo>
                <a:cubicBezTo>
                  <a:pt x="9502" y="5734"/>
                  <a:pt x="9382" y="5531"/>
                  <a:pt x="9204" y="5412"/>
                </a:cubicBezTo>
                <a:lnTo>
                  <a:pt x="1012" y="114"/>
                </a:lnTo>
                <a:cubicBezTo>
                  <a:pt x="899" y="41"/>
                  <a:pt x="767" y="1"/>
                  <a:pt x="638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100013" algn="bl" rotWithShape="0">
              <a:schemeClr val="accent3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35">
            <a:extLst>
              <a:ext uri="{FF2B5EF4-FFF2-40B4-BE49-F238E27FC236}">
                <a16:creationId xmlns:a16="http://schemas.microsoft.com/office/drawing/2014/main" id="{771B27A5-43CE-4083-3BAC-6E7DC669EE98}"/>
              </a:ext>
            </a:extLst>
          </p:cNvPr>
          <p:cNvSpPr/>
          <p:nvPr/>
        </p:nvSpPr>
        <p:spPr>
          <a:xfrm>
            <a:off x="8193300" y="2985688"/>
            <a:ext cx="237600" cy="237600"/>
          </a:xfrm>
          <a:prstGeom prst="ellipse">
            <a:avLst/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algn="bl" rotWithShape="0">
              <a:schemeClr val="accent3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35">
            <a:extLst>
              <a:ext uri="{FF2B5EF4-FFF2-40B4-BE49-F238E27FC236}">
                <a16:creationId xmlns:a16="http://schemas.microsoft.com/office/drawing/2014/main" id="{D22054E5-403D-AD9F-8F6B-D0FF99C704C9}"/>
              </a:ext>
            </a:extLst>
          </p:cNvPr>
          <p:cNvSpPr/>
          <p:nvPr/>
        </p:nvSpPr>
        <p:spPr>
          <a:xfrm>
            <a:off x="6822650" y="820662"/>
            <a:ext cx="152100" cy="152100"/>
          </a:xfrm>
          <a:prstGeom prst="ellipse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algn="bl" rotWithShape="0">
              <a:schemeClr val="l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35">
            <a:extLst>
              <a:ext uri="{FF2B5EF4-FFF2-40B4-BE49-F238E27FC236}">
                <a16:creationId xmlns:a16="http://schemas.microsoft.com/office/drawing/2014/main" id="{CF1E9CE6-46E2-51C3-B9D3-D453F6E40A84}"/>
              </a:ext>
            </a:extLst>
          </p:cNvPr>
          <p:cNvSpPr/>
          <p:nvPr/>
        </p:nvSpPr>
        <p:spPr>
          <a:xfrm>
            <a:off x="4907813" y="1812062"/>
            <a:ext cx="152100" cy="152100"/>
          </a:xfrm>
          <a:prstGeom prst="ellipse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algn="bl" rotWithShape="0">
              <a:schemeClr val="accen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35">
            <a:extLst>
              <a:ext uri="{FF2B5EF4-FFF2-40B4-BE49-F238E27FC236}">
                <a16:creationId xmlns:a16="http://schemas.microsoft.com/office/drawing/2014/main" id="{C0A17437-3353-34A4-14EC-45AE84F62974}"/>
              </a:ext>
            </a:extLst>
          </p:cNvPr>
          <p:cNvSpPr/>
          <p:nvPr/>
        </p:nvSpPr>
        <p:spPr>
          <a:xfrm>
            <a:off x="7589875" y="4106987"/>
            <a:ext cx="152100" cy="152100"/>
          </a:xfrm>
          <a:prstGeom prst="ellipse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algn="bl" rotWithShape="0">
              <a:schemeClr val="accen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35">
            <a:extLst>
              <a:ext uri="{FF2B5EF4-FFF2-40B4-BE49-F238E27FC236}">
                <a16:creationId xmlns:a16="http://schemas.microsoft.com/office/drawing/2014/main" id="{0381B91A-E8AC-0186-375F-F99A09246393}"/>
              </a:ext>
            </a:extLst>
          </p:cNvPr>
          <p:cNvSpPr/>
          <p:nvPr/>
        </p:nvSpPr>
        <p:spPr>
          <a:xfrm>
            <a:off x="5786275" y="3994275"/>
            <a:ext cx="152100" cy="152100"/>
          </a:xfrm>
          <a:prstGeom prst="ellipse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algn="bl" rotWithShape="0">
              <a:schemeClr val="l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63E2806-CFEE-3648-DE1A-1BFBB9713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50" y="608712"/>
            <a:ext cx="4297650" cy="576000"/>
          </a:xfrm>
        </p:spPr>
        <p:txBody>
          <a:bodyPr/>
          <a:lstStyle/>
          <a:p>
            <a:r>
              <a:rPr lang="en-IN" dirty="0"/>
              <a:t>SYSTEM FEATURES</a:t>
            </a:r>
          </a:p>
        </p:txBody>
      </p:sp>
    </p:spTree>
    <p:extLst>
      <p:ext uri="{BB962C8B-B14F-4D97-AF65-F5344CB8AC3E}">
        <p14:creationId xmlns:p14="http://schemas.microsoft.com/office/powerpoint/2010/main" val="37046691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>
          <a:extLst>
            <a:ext uri="{FF2B5EF4-FFF2-40B4-BE49-F238E27FC236}">
              <a16:creationId xmlns:a16="http://schemas.microsoft.com/office/drawing/2014/main" id="{03603ADE-7579-025C-1562-2929EDC75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5">
            <a:extLst>
              <a:ext uri="{FF2B5EF4-FFF2-40B4-BE49-F238E27FC236}">
                <a16:creationId xmlns:a16="http://schemas.microsoft.com/office/drawing/2014/main" id="{7E167D04-F6CF-6286-2EBC-B8DC16AECA7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-32164" y="1435248"/>
            <a:ext cx="8883556" cy="37082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800" b="1" dirty="0"/>
              <a:t>How </a:t>
            </a:r>
            <a:r>
              <a:rPr lang="en-US" sz="1800" b="1" dirty="0" err="1"/>
              <a:t>DeadZone</a:t>
            </a:r>
            <a:r>
              <a:rPr lang="en-US" sz="1800" b="1" dirty="0"/>
              <a:t> Works:</a:t>
            </a:r>
            <a:endParaRPr lang="en-US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Student creates a profile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Adds study session details</a:t>
            </a:r>
            <a:br>
              <a:rPr lang="en-US" sz="1800" dirty="0"/>
            </a:br>
            <a:r>
              <a:rPr lang="en-US" sz="1800" dirty="0"/>
              <a:t>(start time, end time, distraction, focus)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Sessions stored in browser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Productivity score calculated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Time slots grouped:</a:t>
            </a:r>
          </a:p>
          <a:p>
            <a:pPr lvl="1"/>
            <a:r>
              <a:rPr lang="en-US" sz="1800" dirty="0"/>
              <a:t>Early Morning</a:t>
            </a:r>
          </a:p>
          <a:p>
            <a:pPr lvl="1"/>
            <a:r>
              <a:rPr lang="en-US" sz="1800" dirty="0"/>
              <a:t>Morning</a:t>
            </a:r>
          </a:p>
          <a:p>
            <a:pPr lvl="1"/>
            <a:r>
              <a:rPr lang="en-US" sz="1800" dirty="0"/>
              <a:t>Afternoon</a:t>
            </a:r>
          </a:p>
          <a:p>
            <a:pPr lvl="1"/>
            <a:r>
              <a:rPr lang="en-US" sz="1800" dirty="0"/>
              <a:t>Evening</a:t>
            </a:r>
          </a:p>
          <a:p>
            <a:pPr lvl="1"/>
            <a:r>
              <a:rPr lang="en-US" sz="1800" dirty="0"/>
              <a:t>Night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Best &amp; worst slots identified</a:t>
            </a:r>
          </a:p>
          <a:p>
            <a:endParaRPr lang="en-IN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00" name="Google Shape;400;p35">
            <a:extLst>
              <a:ext uri="{FF2B5EF4-FFF2-40B4-BE49-F238E27FC236}">
                <a16:creationId xmlns:a16="http://schemas.microsoft.com/office/drawing/2014/main" id="{60A24FFF-B7C7-7EC1-F46D-1DA47AF376D9}"/>
              </a:ext>
            </a:extLst>
          </p:cNvPr>
          <p:cNvSpPr/>
          <p:nvPr/>
        </p:nvSpPr>
        <p:spPr>
          <a:xfrm>
            <a:off x="5697525" y="1592850"/>
            <a:ext cx="1957800" cy="1957800"/>
          </a:xfrm>
          <a:prstGeom prst="ellipse">
            <a:avLst/>
          </a:prstGeom>
          <a:gradFill>
            <a:gsLst>
              <a:gs pos="0">
                <a:schemeClr val="lt1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  <a:effectLst>
            <a:outerShdw blurRad="128588" algn="bl" rotWithShape="0">
              <a:schemeClr val="accen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01" name="Google Shape;401;p35">
            <a:extLst>
              <a:ext uri="{FF2B5EF4-FFF2-40B4-BE49-F238E27FC236}">
                <a16:creationId xmlns:a16="http://schemas.microsoft.com/office/drawing/2014/main" id="{7D0B1817-0041-2170-D83D-8AC7BF5E33AA}"/>
              </a:ext>
            </a:extLst>
          </p:cNvPr>
          <p:cNvGrpSpPr/>
          <p:nvPr/>
        </p:nvGrpSpPr>
        <p:grpSpPr>
          <a:xfrm>
            <a:off x="6268789" y="2182282"/>
            <a:ext cx="815273" cy="778936"/>
            <a:chOff x="5197375" y="2305475"/>
            <a:chExt cx="300650" cy="287250"/>
          </a:xfrm>
        </p:grpSpPr>
        <p:sp>
          <p:nvSpPr>
            <p:cNvPr id="402" name="Google Shape;402;p35">
              <a:extLst>
                <a:ext uri="{FF2B5EF4-FFF2-40B4-BE49-F238E27FC236}">
                  <a16:creationId xmlns:a16="http://schemas.microsoft.com/office/drawing/2014/main" id="{3EEA5878-B3EA-66E5-C21E-956958AA7ABA}"/>
                </a:ext>
              </a:extLst>
            </p:cNvPr>
            <p:cNvSpPr/>
            <p:nvPr/>
          </p:nvSpPr>
          <p:spPr>
            <a:xfrm>
              <a:off x="5197375" y="2305475"/>
              <a:ext cx="300650" cy="287250"/>
            </a:xfrm>
            <a:custGeom>
              <a:avLst/>
              <a:gdLst/>
              <a:ahLst/>
              <a:cxnLst/>
              <a:rect l="l" t="t" r="r" b="b"/>
              <a:pathLst>
                <a:path w="12026" h="11490" extrusionOk="0">
                  <a:moveTo>
                    <a:pt x="10990" y="1370"/>
                  </a:moveTo>
                  <a:cubicBezTo>
                    <a:pt x="11180" y="1370"/>
                    <a:pt x="11347" y="1536"/>
                    <a:pt x="11347" y="1727"/>
                  </a:cubicBezTo>
                  <a:lnTo>
                    <a:pt x="11347" y="3191"/>
                  </a:lnTo>
                  <a:lnTo>
                    <a:pt x="714" y="3191"/>
                  </a:lnTo>
                  <a:lnTo>
                    <a:pt x="714" y="1727"/>
                  </a:lnTo>
                  <a:cubicBezTo>
                    <a:pt x="714" y="1536"/>
                    <a:pt x="881" y="1370"/>
                    <a:pt x="1072" y="1370"/>
                  </a:cubicBezTo>
                  <a:lnTo>
                    <a:pt x="1881" y="1370"/>
                  </a:lnTo>
                  <a:lnTo>
                    <a:pt x="1881" y="1691"/>
                  </a:lnTo>
                  <a:cubicBezTo>
                    <a:pt x="1881" y="1882"/>
                    <a:pt x="2048" y="2048"/>
                    <a:pt x="2238" y="2048"/>
                  </a:cubicBezTo>
                  <a:cubicBezTo>
                    <a:pt x="2429" y="2048"/>
                    <a:pt x="2596" y="1882"/>
                    <a:pt x="2596" y="1691"/>
                  </a:cubicBezTo>
                  <a:lnTo>
                    <a:pt x="2596" y="1370"/>
                  </a:lnTo>
                  <a:lnTo>
                    <a:pt x="4405" y="1370"/>
                  </a:lnTo>
                  <a:lnTo>
                    <a:pt x="4405" y="1691"/>
                  </a:lnTo>
                  <a:cubicBezTo>
                    <a:pt x="4405" y="1882"/>
                    <a:pt x="4572" y="2048"/>
                    <a:pt x="4763" y="2048"/>
                  </a:cubicBezTo>
                  <a:cubicBezTo>
                    <a:pt x="4965" y="2048"/>
                    <a:pt x="5120" y="1882"/>
                    <a:pt x="5120" y="1691"/>
                  </a:cubicBezTo>
                  <a:lnTo>
                    <a:pt x="5120" y="1370"/>
                  </a:lnTo>
                  <a:lnTo>
                    <a:pt x="6941" y="1370"/>
                  </a:lnTo>
                  <a:lnTo>
                    <a:pt x="6941" y="1691"/>
                  </a:lnTo>
                  <a:cubicBezTo>
                    <a:pt x="6941" y="1882"/>
                    <a:pt x="7108" y="2048"/>
                    <a:pt x="7299" y="2048"/>
                  </a:cubicBezTo>
                  <a:cubicBezTo>
                    <a:pt x="7489" y="2048"/>
                    <a:pt x="7656" y="1882"/>
                    <a:pt x="7656" y="1691"/>
                  </a:cubicBezTo>
                  <a:lnTo>
                    <a:pt x="7656" y="1370"/>
                  </a:lnTo>
                  <a:lnTo>
                    <a:pt x="9466" y="1370"/>
                  </a:lnTo>
                  <a:lnTo>
                    <a:pt x="9466" y="1691"/>
                  </a:lnTo>
                  <a:cubicBezTo>
                    <a:pt x="9466" y="1882"/>
                    <a:pt x="9632" y="2048"/>
                    <a:pt x="9823" y="2048"/>
                  </a:cubicBezTo>
                  <a:cubicBezTo>
                    <a:pt x="10025" y="2048"/>
                    <a:pt x="10180" y="1882"/>
                    <a:pt x="10180" y="1691"/>
                  </a:cubicBezTo>
                  <a:lnTo>
                    <a:pt x="10180" y="1370"/>
                  </a:lnTo>
                  <a:close/>
                  <a:moveTo>
                    <a:pt x="11311" y="3906"/>
                  </a:moveTo>
                  <a:lnTo>
                    <a:pt x="11311" y="10454"/>
                  </a:lnTo>
                  <a:cubicBezTo>
                    <a:pt x="11311" y="10645"/>
                    <a:pt x="11156" y="10811"/>
                    <a:pt x="10954" y="10811"/>
                  </a:cubicBezTo>
                  <a:lnTo>
                    <a:pt x="1072" y="10811"/>
                  </a:lnTo>
                  <a:cubicBezTo>
                    <a:pt x="881" y="10811"/>
                    <a:pt x="714" y="10645"/>
                    <a:pt x="714" y="10454"/>
                  </a:cubicBezTo>
                  <a:lnTo>
                    <a:pt x="714" y="3906"/>
                  </a:lnTo>
                  <a:close/>
                  <a:moveTo>
                    <a:pt x="2215" y="0"/>
                  </a:moveTo>
                  <a:cubicBezTo>
                    <a:pt x="2024" y="0"/>
                    <a:pt x="1857" y="167"/>
                    <a:pt x="1857" y="358"/>
                  </a:cubicBezTo>
                  <a:lnTo>
                    <a:pt x="1857" y="679"/>
                  </a:lnTo>
                  <a:lnTo>
                    <a:pt x="1060" y="679"/>
                  </a:lnTo>
                  <a:cubicBezTo>
                    <a:pt x="476" y="679"/>
                    <a:pt x="0" y="1155"/>
                    <a:pt x="0" y="1727"/>
                  </a:cubicBezTo>
                  <a:lnTo>
                    <a:pt x="0" y="10442"/>
                  </a:lnTo>
                  <a:cubicBezTo>
                    <a:pt x="0" y="11014"/>
                    <a:pt x="476" y="11490"/>
                    <a:pt x="1060" y="11490"/>
                  </a:cubicBezTo>
                  <a:lnTo>
                    <a:pt x="10942" y="11490"/>
                  </a:lnTo>
                  <a:cubicBezTo>
                    <a:pt x="11525" y="11490"/>
                    <a:pt x="12002" y="11014"/>
                    <a:pt x="12002" y="10442"/>
                  </a:cubicBezTo>
                  <a:lnTo>
                    <a:pt x="12002" y="1727"/>
                  </a:lnTo>
                  <a:cubicBezTo>
                    <a:pt x="12025" y="1155"/>
                    <a:pt x="11549" y="679"/>
                    <a:pt x="10978" y="679"/>
                  </a:cubicBezTo>
                  <a:lnTo>
                    <a:pt x="10168" y="679"/>
                  </a:lnTo>
                  <a:lnTo>
                    <a:pt x="10168" y="358"/>
                  </a:lnTo>
                  <a:cubicBezTo>
                    <a:pt x="10168" y="167"/>
                    <a:pt x="10001" y="0"/>
                    <a:pt x="9811" y="0"/>
                  </a:cubicBezTo>
                  <a:cubicBezTo>
                    <a:pt x="9620" y="0"/>
                    <a:pt x="9454" y="167"/>
                    <a:pt x="9454" y="358"/>
                  </a:cubicBezTo>
                  <a:lnTo>
                    <a:pt x="9454" y="679"/>
                  </a:lnTo>
                  <a:lnTo>
                    <a:pt x="7632" y="679"/>
                  </a:lnTo>
                  <a:lnTo>
                    <a:pt x="7632" y="358"/>
                  </a:lnTo>
                  <a:cubicBezTo>
                    <a:pt x="7632" y="167"/>
                    <a:pt x="7477" y="0"/>
                    <a:pt x="7275" y="0"/>
                  </a:cubicBezTo>
                  <a:cubicBezTo>
                    <a:pt x="7084" y="0"/>
                    <a:pt x="6918" y="167"/>
                    <a:pt x="6918" y="358"/>
                  </a:cubicBezTo>
                  <a:lnTo>
                    <a:pt x="6918" y="679"/>
                  </a:lnTo>
                  <a:lnTo>
                    <a:pt x="5108" y="679"/>
                  </a:lnTo>
                  <a:lnTo>
                    <a:pt x="5108" y="358"/>
                  </a:lnTo>
                  <a:cubicBezTo>
                    <a:pt x="5108" y="167"/>
                    <a:pt x="4941" y="0"/>
                    <a:pt x="4751" y="0"/>
                  </a:cubicBezTo>
                  <a:cubicBezTo>
                    <a:pt x="4560" y="0"/>
                    <a:pt x="4393" y="167"/>
                    <a:pt x="4393" y="358"/>
                  </a:cubicBezTo>
                  <a:lnTo>
                    <a:pt x="4393" y="679"/>
                  </a:lnTo>
                  <a:lnTo>
                    <a:pt x="2572" y="679"/>
                  </a:lnTo>
                  <a:lnTo>
                    <a:pt x="2572" y="358"/>
                  </a:lnTo>
                  <a:cubicBezTo>
                    <a:pt x="2572" y="167"/>
                    <a:pt x="2417" y="0"/>
                    <a:pt x="221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100013" algn="bl" rotWithShape="0">
                <a:schemeClr val="accent2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35">
              <a:extLst>
                <a:ext uri="{FF2B5EF4-FFF2-40B4-BE49-F238E27FC236}">
                  <a16:creationId xmlns:a16="http://schemas.microsoft.com/office/drawing/2014/main" id="{21AF14F1-AC35-7DB8-D7D0-520B3E302606}"/>
                </a:ext>
              </a:extLst>
            </p:cNvPr>
            <p:cNvSpPr/>
            <p:nvPr/>
          </p:nvSpPr>
          <p:spPr>
            <a:xfrm>
              <a:off x="5307500" y="2423950"/>
              <a:ext cx="80975" cy="134550"/>
            </a:xfrm>
            <a:custGeom>
              <a:avLst/>
              <a:gdLst/>
              <a:ahLst/>
              <a:cxnLst/>
              <a:rect l="l" t="t" r="r" b="b"/>
              <a:pathLst>
                <a:path w="3239" h="5382" extrusionOk="0">
                  <a:moveTo>
                    <a:pt x="1632" y="0"/>
                  </a:moveTo>
                  <a:cubicBezTo>
                    <a:pt x="1429" y="0"/>
                    <a:pt x="1262" y="167"/>
                    <a:pt x="1262" y="357"/>
                  </a:cubicBezTo>
                  <a:lnTo>
                    <a:pt x="1262" y="714"/>
                  </a:lnTo>
                  <a:cubicBezTo>
                    <a:pt x="453" y="714"/>
                    <a:pt x="12" y="1274"/>
                    <a:pt x="12" y="1869"/>
                  </a:cubicBezTo>
                  <a:cubicBezTo>
                    <a:pt x="0" y="2512"/>
                    <a:pt x="524" y="3036"/>
                    <a:pt x="1167" y="3036"/>
                  </a:cubicBezTo>
                  <a:lnTo>
                    <a:pt x="2060" y="3036"/>
                  </a:lnTo>
                  <a:cubicBezTo>
                    <a:pt x="2310" y="3036"/>
                    <a:pt x="2524" y="3239"/>
                    <a:pt x="2524" y="3501"/>
                  </a:cubicBezTo>
                  <a:cubicBezTo>
                    <a:pt x="2524" y="3751"/>
                    <a:pt x="2310" y="3953"/>
                    <a:pt x="2060" y="3953"/>
                  </a:cubicBezTo>
                  <a:lnTo>
                    <a:pt x="1120" y="3953"/>
                  </a:lnTo>
                  <a:cubicBezTo>
                    <a:pt x="1000" y="3953"/>
                    <a:pt x="870" y="3917"/>
                    <a:pt x="762" y="3834"/>
                  </a:cubicBezTo>
                  <a:cubicBezTo>
                    <a:pt x="698" y="3797"/>
                    <a:pt x="627" y="3778"/>
                    <a:pt x="557" y="3778"/>
                  </a:cubicBezTo>
                  <a:cubicBezTo>
                    <a:pt x="446" y="3778"/>
                    <a:pt x="340" y="3827"/>
                    <a:pt x="274" y="3929"/>
                  </a:cubicBezTo>
                  <a:cubicBezTo>
                    <a:pt x="167" y="4096"/>
                    <a:pt x="203" y="4310"/>
                    <a:pt x="358" y="4417"/>
                  </a:cubicBezTo>
                  <a:cubicBezTo>
                    <a:pt x="692" y="4651"/>
                    <a:pt x="992" y="4668"/>
                    <a:pt x="1177" y="4668"/>
                  </a:cubicBezTo>
                  <a:cubicBezTo>
                    <a:pt x="1209" y="4668"/>
                    <a:pt x="1238" y="4667"/>
                    <a:pt x="1262" y="4667"/>
                  </a:cubicBezTo>
                  <a:lnTo>
                    <a:pt x="1262" y="5025"/>
                  </a:lnTo>
                  <a:cubicBezTo>
                    <a:pt x="1262" y="5227"/>
                    <a:pt x="1429" y="5382"/>
                    <a:pt x="1632" y="5382"/>
                  </a:cubicBezTo>
                  <a:cubicBezTo>
                    <a:pt x="1822" y="5382"/>
                    <a:pt x="1989" y="5227"/>
                    <a:pt x="1989" y="5025"/>
                  </a:cubicBezTo>
                  <a:lnTo>
                    <a:pt x="1989" y="4667"/>
                  </a:lnTo>
                  <a:cubicBezTo>
                    <a:pt x="2798" y="4667"/>
                    <a:pt x="3239" y="4108"/>
                    <a:pt x="3239" y="3512"/>
                  </a:cubicBezTo>
                  <a:cubicBezTo>
                    <a:pt x="3239" y="2869"/>
                    <a:pt x="2715" y="2346"/>
                    <a:pt x="2072" y="2346"/>
                  </a:cubicBezTo>
                  <a:lnTo>
                    <a:pt x="1179" y="2346"/>
                  </a:lnTo>
                  <a:cubicBezTo>
                    <a:pt x="929" y="2346"/>
                    <a:pt x="715" y="2143"/>
                    <a:pt x="715" y="1893"/>
                  </a:cubicBezTo>
                  <a:cubicBezTo>
                    <a:pt x="715" y="1631"/>
                    <a:pt x="929" y="1429"/>
                    <a:pt x="1179" y="1429"/>
                  </a:cubicBezTo>
                  <a:lnTo>
                    <a:pt x="2048" y="1429"/>
                  </a:lnTo>
                  <a:cubicBezTo>
                    <a:pt x="2227" y="1429"/>
                    <a:pt x="2382" y="1500"/>
                    <a:pt x="2501" y="1631"/>
                  </a:cubicBezTo>
                  <a:cubicBezTo>
                    <a:pt x="2575" y="1712"/>
                    <a:pt x="2669" y="1750"/>
                    <a:pt x="2764" y="1750"/>
                  </a:cubicBezTo>
                  <a:cubicBezTo>
                    <a:pt x="2851" y="1750"/>
                    <a:pt x="2938" y="1718"/>
                    <a:pt x="3013" y="1655"/>
                  </a:cubicBezTo>
                  <a:cubicBezTo>
                    <a:pt x="3156" y="1512"/>
                    <a:pt x="3156" y="1298"/>
                    <a:pt x="3025" y="1143"/>
                  </a:cubicBezTo>
                  <a:cubicBezTo>
                    <a:pt x="2775" y="857"/>
                    <a:pt x="2429" y="714"/>
                    <a:pt x="1989" y="714"/>
                  </a:cubicBezTo>
                  <a:lnTo>
                    <a:pt x="1989" y="357"/>
                  </a:lnTo>
                  <a:cubicBezTo>
                    <a:pt x="1989" y="167"/>
                    <a:pt x="1822" y="0"/>
                    <a:pt x="163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100013" algn="bl" rotWithShape="0">
                <a:schemeClr val="accent2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4" name="Google Shape;404;p35">
            <a:extLst>
              <a:ext uri="{FF2B5EF4-FFF2-40B4-BE49-F238E27FC236}">
                <a16:creationId xmlns:a16="http://schemas.microsoft.com/office/drawing/2014/main" id="{B71445FA-0EE6-3468-932F-3A80360471F1}"/>
              </a:ext>
            </a:extLst>
          </p:cNvPr>
          <p:cNvSpPr/>
          <p:nvPr/>
        </p:nvSpPr>
        <p:spPr>
          <a:xfrm>
            <a:off x="4787200" y="2548028"/>
            <a:ext cx="714982" cy="675268"/>
          </a:xfrm>
          <a:custGeom>
            <a:avLst/>
            <a:gdLst/>
            <a:ahLst/>
            <a:cxnLst/>
            <a:rect l="l" t="t" r="r" b="b"/>
            <a:pathLst>
              <a:path w="23314" h="22019" extrusionOk="0">
                <a:moveTo>
                  <a:pt x="9300" y="1306"/>
                </a:moveTo>
                <a:cubicBezTo>
                  <a:pt x="12241" y="1306"/>
                  <a:pt x="15182" y="2427"/>
                  <a:pt x="17420" y="4671"/>
                </a:cubicBezTo>
                <a:cubicBezTo>
                  <a:pt x="21753" y="9005"/>
                  <a:pt x="21908" y="15934"/>
                  <a:pt x="17872" y="20446"/>
                </a:cubicBezTo>
                <a:lnTo>
                  <a:pt x="1644" y="4218"/>
                </a:lnTo>
                <a:cubicBezTo>
                  <a:pt x="3820" y="2278"/>
                  <a:pt x="6560" y="1306"/>
                  <a:pt x="9300" y="1306"/>
                </a:cubicBezTo>
                <a:close/>
                <a:moveTo>
                  <a:pt x="9293" y="0"/>
                </a:moveTo>
                <a:cubicBezTo>
                  <a:pt x="6019" y="0"/>
                  <a:pt x="2745" y="1248"/>
                  <a:pt x="251" y="3742"/>
                </a:cubicBezTo>
                <a:cubicBezTo>
                  <a:pt x="1" y="4004"/>
                  <a:pt x="1" y="4421"/>
                  <a:pt x="251" y="4671"/>
                </a:cubicBezTo>
                <a:lnTo>
                  <a:pt x="17420" y="21828"/>
                </a:lnTo>
                <a:cubicBezTo>
                  <a:pt x="17562" y="21958"/>
                  <a:pt x="17717" y="22018"/>
                  <a:pt x="17884" y="22018"/>
                </a:cubicBezTo>
                <a:cubicBezTo>
                  <a:pt x="18051" y="22018"/>
                  <a:pt x="18217" y="21958"/>
                  <a:pt x="18336" y="21828"/>
                </a:cubicBezTo>
                <a:cubicBezTo>
                  <a:pt x="23313" y="16839"/>
                  <a:pt x="23313" y="8731"/>
                  <a:pt x="18336" y="3742"/>
                </a:cubicBezTo>
                <a:cubicBezTo>
                  <a:pt x="15842" y="1248"/>
                  <a:pt x="12568" y="0"/>
                  <a:pt x="929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342900" algn="bl" rotWithShape="0">
              <a:schemeClr val="accent3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" name="Google Shape;405;p35">
            <a:extLst>
              <a:ext uri="{FF2B5EF4-FFF2-40B4-BE49-F238E27FC236}">
                <a16:creationId xmlns:a16="http://schemas.microsoft.com/office/drawing/2014/main" id="{685A085C-613C-BC44-662D-76CA9E026F9A}"/>
              </a:ext>
            </a:extLst>
          </p:cNvPr>
          <p:cNvSpPr/>
          <p:nvPr/>
        </p:nvSpPr>
        <p:spPr>
          <a:xfrm rot="-1865276">
            <a:off x="7576853" y="1373887"/>
            <a:ext cx="389168" cy="648493"/>
          </a:xfrm>
          <a:custGeom>
            <a:avLst/>
            <a:gdLst/>
            <a:ahLst/>
            <a:cxnLst/>
            <a:rect l="l" t="t" r="r" b="b"/>
            <a:pathLst>
              <a:path w="18385" h="30636" extrusionOk="0">
                <a:moveTo>
                  <a:pt x="9645" y="2692"/>
                </a:moveTo>
                <a:lnTo>
                  <a:pt x="16598" y="14669"/>
                </a:lnTo>
                <a:lnTo>
                  <a:pt x="8466" y="14669"/>
                </a:lnTo>
                <a:lnTo>
                  <a:pt x="9371" y="5454"/>
                </a:lnTo>
                <a:lnTo>
                  <a:pt x="9645" y="2692"/>
                </a:lnTo>
                <a:close/>
                <a:moveTo>
                  <a:pt x="8264" y="3537"/>
                </a:moveTo>
                <a:lnTo>
                  <a:pt x="8026" y="5990"/>
                </a:lnTo>
                <a:lnTo>
                  <a:pt x="7180" y="14681"/>
                </a:lnTo>
                <a:lnTo>
                  <a:pt x="1799" y="14681"/>
                </a:lnTo>
                <a:lnTo>
                  <a:pt x="8264" y="3537"/>
                </a:lnTo>
                <a:close/>
                <a:moveTo>
                  <a:pt x="7180" y="15979"/>
                </a:moveTo>
                <a:lnTo>
                  <a:pt x="8026" y="24671"/>
                </a:lnTo>
                <a:lnTo>
                  <a:pt x="8264" y="27123"/>
                </a:lnTo>
                <a:lnTo>
                  <a:pt x="1799" y="15979"/>
                </a:lnTo>
                <a:close/>
                <a:moveTo>
                  <a:pt x="16598" y="15979"/>
                </a:moveTo>
                <a:lnTo>
                  <a:pt x="9645" y="27957"/>
                </a:lnTo>
                <a:lnTo>
                  <a:pt x="9383" y="25194"/>
                </a:lnTo>
                <a:lnTo>
                  <a:pt x="8466" y="15979"/>
                </a:lnTo>
                <a:close/>
                <a:moveTo>
                  <a:pt x="9050" y="1"/>
                </a:moveTo>
                <a:cubicBezTo>
                  <a:pt x="9038" y="1"/>
                  <a:pt x="9014" y="13"/>
                  <a:pt x="9002" y="13"/>
                </a:cubicBezTo>
                <a:cubicBezTo>
                  <a:pt x="8978" y="25"/>
                  <a:pt x="8942" y="25"/>
                  <a:pt x="8919" y="37"/>
                </a:cubicBezTo>
                <a:cubicBezTo>
                  <a:pt x="8883" y="60"/>
                  <a:pt x="8859" y="72"/>
                  <a:pt x="8811" y="96"/>
                </a:cubicBezTo>
                <a:cubicBezTo>
                  <a:pt x="8776" y="120"/>
                  <a:pt x="8764" y="132"/>
                  <a:pt x="8740" y="156"/>
                </a:cubicBezTo>
                <a:cubicBezTo>
                  <a:pt x="8704" y="191"/>
                  <a:pt x="8680" y="215"/>
                  <a:pt x="8669" y="251"/>
                </a:cubicBezTo>
                <a:lnTo>
                  <a:pt x="8621" y="298"/>
                </a:lnTo>
                <a:lnTo>
                  <a:pt x="96" y="15003"/>
                </a:lnTo>
                <a:cubicBezTo>
                  <a:pt x="72" y="15015"/>
                  <a:pt x="72" y="15026"/>
                  <a:pt x="72" y="15038"/>
                </a:cubicBezTo>
                <a:cubicBezTo>
                  <a:pt x="60" y="15074"/>
                  <a:pt x="48" y="15122"/>
                  <a:pt x="37" y="15146"/>
                </a:cubicBezTo>
                <a:cubicBezTo>
                  <a:pt x="37" y="15181"/>
                  <a:pt x="37" y="15193"/>
                  <a:pt x="13" y="15217"/>
                </a:cubicBezTo>
                <a:cubicBezTo>
                  <a:pt x="13" y="15253"/>
                  <a:pt x="1" y="15277"/>
                  <a:pt x="1" y="15312"/>
                </a:cubicBezTo>
                <a:cubicBezTo>
                  <a:pt x="1" y="15336"/>
                  <a:pt x="13" y="15372"/>
                  <a:pt x="13" y="15396"/>
                </a:cubicBezTo>
                <a:cubicBezTo>
                  <a:pt x="13" y="15431"/>
                  <a:pt x="13" y="15443"/>
                  <a:pt x="37" y="15479"/>
                </a:cubicBezTo>
                <a:cubicBezTo>
                  <a:pt x="48" y="15515"/>
                  <a:pt x="60" y="15550"/>
                  <a:pt x="72" y="15574"/>
                </a:cubicBezTo>
                <a:cubicBezTo>
                  <a:pt x="72" y="15598"/>
                  <a:pt x="96" y="15610"/>
                  <a:pt x="96" y="15622"/>
                </a:cubicBezTo>
                <a:lnTo>
                  <a:pt x="8621" y="30326"/>
                </a:lnTo>
                <a:cubicBezTo>
                  <a:pt x="8633" y="30362"/>
                  <a:pt x="8645" y="30374"/>
                  <a:pt x="8669" y="30386"/>
                </a:cubicBezTo>
                <a:lnTo>
                  <a:pt x="8704" y="30433"/>
                </a:lnTo>
                <a:cubicBezTo>
                  <a:pt x="8740" y="30481"/>
                  <a:pt x="8776" y="30505"/>
                  <a:pt x="8823" y="30540"/>
                </a:cubicBezTo>
                <a:cubicBezTo>
                  <a:pt x="8835" y="30540"/>
                  <a:pt x="8835" y="30552"/>
                  <a:pt x="8859" y="30552"/>
                </a:cubicBezTo>
                <a:cubicBezTo>
                  <a:pt x="8919" y="30576"/>
                  <a:pt x="8978" y="30612"/>
                  <a:pt x="9038" y="30624"/>
                </a:cubicBezTo>
                <a:lnTo>
                  <a:pt x="9050" y="30624"/>
                </a:lnTo>
                <a:cubicBezTo>
                  <a:pt x="9097" y="30636"/>
                  <a:pt x="9133" y="30636"/>
                  <a:pt x="9181" y="30636"/>
                </a:cubicBezTo>
                <a:cubicBezTo>
                  <a:pt x="9240" y="30636"/>
                  <a:pt x="9300" y="30624"/>
                  <a:pt x="9359" y="30612"/>
                </a:cubicBezTo>
                <a:lnTo>
                  <a:pt x="9371" y="30612"/>
                </a:lnTo>
                <a:cubicBezTo>
                  <a:pt x="9395" y="30612"/>
                  <a:pt x="9395" y="30600"/>
                  <a:pt x="9407" y="30600"/>
                </a:cubicBezTo>
                <a:cubicBezTo>
                  <a:pt x="9454" y="30576"/>
                  <a:pt x="9490" y="30552"/>
                  <a:pt x="9538" y="30516"/>
                </a:cubicBezTo>
                <a:lnTo>
                  <a:pt x="9585" y="30481"/>
                </a:lnTo>
                <a:cubicBezTo>
                  <a:pt x="9621" y="30445"/>
                  <a:pt x="9657" y="30421"/>
                  <a:pt x="9693" y="30374"/>
                </a:cubicBezTo>
                <a:cubicBezTo>
                  <a:pt x="9704" y="30362"/>
                  <a:pt x="9716" y="30338"/>
                  <a:pt x="9716" y="30326"/>
                </a:cubicBezTo>
                <a:cubicBezTo>
                  <a:pt x="9752" y="30362"/>
                  <a:pt x="9752" y="30362"/>
                  <a:pt x="9764" y="30362"/>
                </a:cubicBezTo>
                <a:lnTo>
                  <a:pt x="18289" y="15658"/>
                </a:lnTo>
                <a:cubicBezTo>
                  <a:pt x="18301" y="15634"/>
                  <a:pt x="18301" y="15622"/>
                  <a:pt x="18301" y="15610"/>
                </a:cubicBezTo>
                <a:cubicBezTo>
                  <a:pt x="18325" y="15574"/>
                  <a:pt x="18336" y="15527"/>
                  <a:pt x="18348" y="15503"/>
                </a:cubicBezTo>
                <a:cubicBezTo>
                  <a:pt x="18348" y="15479"/>
                  <a:pt x="18348" y="15455"/>
                  <a:pt x="18360" y="15431"/>
                </a:cubicBezTo>
                <a:cubicBezTo>
                  <a:pt x="18360" y="15396"/>
                  <a:pt x="18384" y="15372"/>
                  <a:pt x="18384" y="15336"/>
                </a:cubicBezTo>
                <a:cubicBezTo>
                  <a:pt x="18384" y="15312"/>
                  <a:pt x="18360" y="15277"/>
                  <a:pt x="18360" y="15253"/>
                </a:cubicBezTo>
                <a:cubicBezTo>
                  <a:pt x="18360" y="15217"/>
                  <a:pt x="18360" y="15205"/>
                  <a:pt x="18348" y="15181"/>
                </a:cubicBezTo>
                <a:cubicBezTo>
                  <a:pt x="18336" y="15134"/>
                  <a:pt x="18325" y="15098"/>
                  <a:pt x="18301" y="15074"/>
                </a:cubicBezTo>
                <a:cubicBezTo>
                  <a:pt x="18301" y="15062"/>
                  <a:pt x="18289" y="15038"/>
                  <a:pt x="18289" y="15026"/>
                </a:cubicBezTo>
                <a:lnTo>
                  <a:pt x="9764" y="322"/>
                </a:lnTo>
                <a:lnTo>
                  <a:pt x="9752" y="310"/>
                </a:lnTo>
                <a:cubicBezTo>
                  <a:pt x="9740" y="275"/>
                  <a:pt x="9704" y="263"/>
                  <a:pt x="9693" y="239"/>
                </a:cubicBezTo>
                <a:cubicBezTo>
                  <a:pt x="9657" y="203"/>
                  <a:pt x="9645" y="179"/>
                  <a:pt x="9621" y="144"/>
                </a:cubicBezTo>
                <a:cubicBezTo>
                  <a:pt x="9597" y="132"/>
                  <a:pt x="9573" y="120"/>
                  <a:pt x="9538" y="96"/>
                </a:cubicBezTo>
                <a:cubicBezTo>
                  <a:pt x="9514" y="72"/>
                  <a:pt x="9466" y="60"/>
                  <a:pt x="9419" y="37"/>
                </a:cubicBezTo>
                <a:cubicBezTo>
                  <a:pt x="9407" y="37"/>
                  <a:pt x="9407" y="25"/>
                  <a:pt x="9395" y="25"/>
                </a:cubicBezTo>
                <a:cubicBezTo>
                  <a:pt x="9383" y="25"/>
                  <a:pt x="9347" y="25"/>
                  <a:pt x="9335" y="13"/>
                </a:cubicBezTo>
                <a:cubicBezTo>
                  <a:pt x="9288" y="1"/>
                  <a:pt x="9264" y="1"/>
                  <a:pt x="9216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114300" algn="bl" rotWithShape="0">
              <a:schemeClr val="accent3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35">
            <a:extLst>
              <a:ext uri="{FF2B5EF4-FFF2-40B4-BE49-F238E27FC236}">
                <a16:creationId xmlns:a16="http://schemas.microsoft.com/office/drawing/2014/main" id="{E8A492A5-E6A0-4274-ABED-95FEE1E8E69E}"/>
              </a:ext>
            </a:extLst>
          </p:cNvPr>
          <p:cNvSpPr/>
          <p:nvPr/>
        </p:nvSpPr>
        <p:spPr>
          <a:xfrm>
            <a:off x="7547150" y="2587338"/>
            <a:ext cx="237550" cy="296650"/>
          </a:xfrm>
          <a:custGeom>
            <a:avLst/>
            <a:gdLst/>
            <a:ahLst/>
            <a:cxnLst/>
            <a:rect l="l" t="t" r="r" b="b"/>
            <a:pathLst>
              <a:path w="9502" h="11866" extrusionOk="0">
                <a:moveTo>
                  <a:pt x="1298" y="1840"/>
                </a:moveTo>
                <a:lnTo>
                  <a:pt x="7632" y="5936"/>
                </a:lnTo>
                <a:lnTo>
                  <a:pt x="1298" y="10032"/>
                </a:lnTo>
                <a:lnTo>
                  <a:pt x="1298" y="1840"/>
                </a:lnTo>
                <a:close/>
                <a:moveTo>
                  <a:pt x="638" y="1"/>
                </a:moveTo>
                <a:cubicBezTo>
                  <a:pt x="536" y="1"/>
                  <a:pt x="435" y="26"/>
                  <a:pt x="346" y="78"/>
                </a:cubicBezTo>
                <a:cubicBezTo>
                  <a:pt x="131" y="185"/>
                  <a:pt x="0" y="411"/>
                  <a:pt x="0" y="650"/>
                </a:cubicBezTo>
                <a:lnTo>
                  <a:pt x="0" y="11234"/>
                </a:lnTo>
                <a:cubicBezTo>
                  <a:pt x="0" y="11472"/>
                  <a:pt x="131" y="11675"/>
                  <a:pt x="346" y="11794"/>
                </a:cubicBezTo>
                <a:cubicBezTo>
                  <a:pt x="453" y="11841"/>
                  <a:pt x="548" y="11865"/>
                  <a:pt x="655" y="11865"/>
                </a:cubicBezTo>
                <a:cubicBezTo>
                  <a:pt x="774" y="11865"/>
                  <a:pt x="893" y="11841"/>
                  <a:pt x="1012" y="11806"/>
                </a:cubicBezTo>
                <a:lnTo>
                  <a:pt x="9204" y="6507"/>
                </a:lnTo>
                <a:cubicBezTo>
                  <a:pt x="9382" y="6388"/>
                  <a:pt x="9502" y="6186"/>
                  <a:pt x="9502" y="5960"/>
                </a:cubicBezTo>
                <a:cubicBezTo>
                  <a:pt x="9502" y="5734"/>
                  <a:pt x="9382" y="5531"/>
                  <a:pt x="9204" y="5412"/>
                </a:cubicBezTo>
                <a:lnTo>
                  <a:pt x="1012" y="114"/>
                </a:lnTo>
                <a:cubicBezTo>
                  <a:pt x="899" y="41"/>
                  <a:pt x="767" y="1"/>
                  <a:pt x="638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100013" algn="bl" rotWithShape="0">
              <a:schemeClr val="accent3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p35">
            <a:extLst>
              <a:ext uri="{FF2B5EF4-FFF2-40B4-BE49-F238E27FC236}">
                <a16:creationId xmlns:a16="http://schemas.microsoft.com/office/drawing/2014/main" id="{1B95D88A-F6E6-7410-402C-D227B59CD88B}"/>
              </a:ext>
            </a:extLst>
          </p:cNvPr>
          <p:cNvSpPr/>
          <p:nvPr/>
        </p:nvSpPr>
        <p:spPr>
          <a:xfrm>
            <a:off x="5951675" y="3300312"/>
            <a:ext cx="317121" cy="296656"/>
          </a:xfrm>
          <a:custGeom>
            <a:avLst/>
            <a:gdLst/>
            <a:ahLst/>
            <a:cxnLst/>
            <a:rect l="l" t="t" r="r" b="b"/>
            <a:pathLst>
              <a:path w="9133" h="8543" extrusionOk="0">
                <a:moveTo>
                  <a:pt x="7481" y="0"/>
                </a:moveTo>
                <a:cubicBezTo>
                  <a:pt x="7385" y="0"/>
                  <a:pt x="7286" y="21"/>
                  <a:pt x="7191" y="65"/>
                </a:cubicBezTo>
                <a:cubicBezTo>
                  <a:pt x="6858" y="220"/>
                  <a:pt x="6727" y="601"/>
                  <a:pt x="6894" y="934"/>
                </a:cubicBezTo>
                <a:cubicBezTo>
                  <a:pt x="7715" y="2613"/>
                  <a:pt x="7382" y="4637"/>
                  <a:pt x="6060" y="5959"/>
                </a:cubicBezTo>
                <a:cubicBezTo>
                  <a:pt x="5223" y="6803"/>
                  <a:pt x="4105" y="7247"/>
                  <a:pt x="2971" y="7247"/>
                </a:cubicBezTo>
                <a:cubicBezTo>
                  <a:pt x="2314" y="7247"/>
                  <a:pt x="1652" y="7098"/>
                  <a:pt x="1036" y="6792"/>
                </a:cubicBezTo>
                <a:cubicBezTo>
                  <a:pt x="945" y="6748"/>
                  <a:pt x="848" y="6727"/>
                  <a:pt x="754" y="6727"/>
                </a:cubicBezTo>
                <a:cubicBezTo>
                  <a:pt x="515" y="6727"/>
                  <a:pt x="286" y="6860"/>
                  <a:pt x="167" y="7090"/>
                </a:cubicBezTo>
                <a:cubicBezTo>
                  <a:pt x="0" y="7411"/>
                  <a:pt x="143" y="7792"/>
                  <a:pt x="464" y="7959"/>
                </a:cubicBezTo>
                <a:cubicBezTo>
                  <a:pt x="1250" y="8340"/>
                  <a:pt x="2119" y="8542"/>
                  <a:pt x="2965" y="8542"/>
                </a:cubicBezTo>
                <a:cubicBezTo>
                  <a:pt x="4429" y="8542"/>
                  <a:pt x="5882" y="7971"/>
                  <a:pt x="6977" y="6888"/>
                </a:cubicBezTo>
                <a:cubicBezTo>
                  <a:pt x="8692" y="5173"/>
                  <a:pt x="9132" y="2554"/>
                  <a:pt x="8049" y="363"/>
                </a:cubicBezTo>
                <a:cubicBezTo>
                  <a:pt x="7946" y="133"/>
                  <a:pt x="7722" y="0"/>
                  <a:pt x="748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100013" algn="bl" rotWithShape="0">
              <a:schemeClr val="accent3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35">
            <a:extLst>
              <a:ext uri="{FF2B5EF4-FFF2-40B4-BE49-F238E27FC236}">
                <a16:creationId xmlns:a16="http://schemas.microsoft.com/office/drawing/2014/main" id="{CCBD8D12-69EA-B7B1-75D9-93333107624E}"/>
              </a:ext>
            </a:extLst>
          </p:cNvPr>
          <p:cNvSpPr/>
          <p:nvPr/>
        </p:nvSpPr>
        <p:spPr>
          <a:xfrm rot="1650174">
            <a:off x="7204867" y="3701072"/>
            <a:ext cx="32750" cy="302754"/>
          </a:xfrm>
          <a:custGeom>
            <a:avLst/>
            <a:gdLst/>
            <a:ahLst/>
            <a:cxnLst/>
            <a:rect l="l" t="t" r="r" b="b"/>
            <a:pathLst>
              <a:path w="1310" h="12110" extrusionOk="0">
                <a:moveTo>
                  <a:pt x="655" y="0"/>
                </a:moveTo>
                <a:cubicBezTo>
                  <a:pt x="298" y="0"/>
                  <a:pt x="0" y="298"/>
                  <a:pt x="0" y="655"/>
                </a:cubicBezTo>
                <a:lnTo>
                  <a:pt x="0" y="11454"/>
                </a:lnTo>
                <a:cubicBezTo>
                  <a:pt x="0" y="11811"/>
                  <a:pt x="298" y="12109"/>
                  <a:pt x="655" y="12109"/>
                </a:cubicBezTo>
                <a:cubicBezTo>
                  <a:pt x="1012" y="12109"/>
                  <a:pt x="1310" y="11811"/>
                  <a:pt x="1310" y="11454"/>
                </a:cubicBezTo>
                <a:lnTo>
                  <a:pt x="1310" y="655"/>
                </a:lnTo>
                <a:cubicBezTo>
                  <a:pt x="1310" y="298"/>
                  <a:pt x="1036" y="0"/>
                  <a:pt x="65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100013" algn="bl" rotWithShape="0">
              <a:schemeClr val="accent3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p35">
            <a:extLst>
              <a:ext uri="{FF2B5EF4-FFF2-40B4-BE49-F238E27FC236}">
                <a16:creationId xmlns:a16="http://schemas.microsoft.com/office/drawing/2014/main" id="{4B47B1D9-DB9F-F6E3-1198-63F87B68056A}"/>
              </a:ext>
            </a:extLst>
          </p:cNvPr>
          <p:cNvSpPr/>
          <p:nvPr/>
        </p:nvSpPr>
        <p:spPr>
          <a:xfrm>
            <a:off x="5548725" y="1450625"/>
            <a:ext cx="237550" cy="296650"/>
          </a:xfrm>
          <a:custGeom>
            <a:avLst/>
            <a:gdLst/>
            <a:ahLst/>
            <a:cxnLst/>
            <a:rect l="l" t="t" r="r" b="b"/>
            <a:pathLst>
              <a:path w="9502" h="11866" extrusionOk="0">
                <a:moveTo>
                  <a:pt x="1298" y="1840"/>
                </a:moveTo>
                <a:lnTo>
                  <a:pt x="7632" y="5936"/>
                </a:lnTo>
                <a:lnTo>
                  <a:pt x="1298" y="10032"/>
                </a:lnTo>
                <a:lnTo>
                  <a:pt x="1298" y="1840"/>
                </a:lnTo>
                <a:close/>
                <a:moveTo>
                  <a:pt x="638" y="1"/>
                </a:moveTo>
                <a:cubicBezTo>
                  <a:pt x="536" y="1"/>
                  <a:pt x="435" y="26"/>
                  <a:pt x="346" y="78"/>
                </a:cubicBezTo>
                <a:cubicBezTo>
                  <a:pt x="131" y="185"/>
                  <a:pt x="0" y="411"/>
                  <a:pt x="0" y="650"/>
                </a:cubicBezTo>
                <a:lnTo>
                  <a:pt x="0" y="11234"/>
                </a:lnTo>
                <a:cubicBezTo>
                  <a:pt x="0" y="11472"/>
                  <a:pt x="131" y="11675"/>
                  <a:pt x="346" y="11794"/>
                </a:cubicBezTo>
                <a:cubicBezTo>
                  <a:pt x="453" y="11841"/>
                  <a:pt x="548" y="11865"/>
                  <a:pt x="655" y="11865"/>
                </a:cubicBezTo>
                <a:cubicBezTo>
                  <a:pt x="774" y="11865"/>
                  <a:pt x="893" y="11841"/>
                  <a:pt x="1012" y="11806"/>
                </a:cubicBezTo>
                <a:lnTo>
                  <a:pt x="9204" y="6507"/>
                </a:lnTo>
                <a:cubicBezTo>
                  <a:pt x="9382" y="6388"/>
                  <a:pt x="9502" y="6186"/>
                  <a:pt x="9502" y="5960"/>
                </a:cubicBezTo>
                <a:cubicBezTo>
                  <a:pt x="9502" y="5734"/>
                  <a:pt x="9382" y="5531"/>
                  <a:pt x="9204" y="5412"/>
                </a:cubicBezTo>
                <a:lnTo>
                  <a:pt x="1012" y="114"/>
                </a:lnTo>
                <a:cubicBezTo>
                  <a:pt x="899" y="41"/>
                  <a:pt x="767" y="1"/>
                  <a:pt x="638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100013" algn="bl" rotWithShape="0">
              <a:schemeClr val="accent3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35">
            <a:extLst>
              <a:ext uri="{FF2B5EF4-FFF2-40B4-BE49-F238E27FC236}">
                <a16:creationId xmlns:a16="http://schemas.microsoft.com/office/drawing/2014/main" id="{C3FB165D-1068-91ED-F586-E0C05458ADEA}"/>
              </a:ext>
            </a:extLst>
          </p:cNvPr>
          <p:cNvSpPr/>
          <p:nvPr/>
        </p:nvSpPr>
        <p:spPr>
          <a:xfrm>
            <a:off x="8193300" y="2985688"/>
            <a:ext cx="237600" cy="237600"/>
          </a:xfrm>
          <a:prstGeom prst="ellipse">
            <a:avLst/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algn="bl" rotWithShape="0">
              <a:schemeClr val="accent3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35">
            <a:extLst>
              <a:ext uri="{FF2B5EF4-FFF2-40B4-BE49-F238E27FC236}">
                <a16:creationId xmlns:a16="http://schemas.microsoft.com/office/drawing/2014/main" id="{2686EA73-CA1F-70FA-0AF0-B0353720B298}"/>
              </a:ext>
            </a:extLst>
          </p:cNvPr>
          <p:cNvSpPr/>
          <p:nvPr/>
        </p:nvSpPr>
        <p:spPr>
          <a:xfrm>
            <a:off x="6822650" y="820662"/>
            <a:ext cx="152100" cy="152100"/>
          </a:xfrm>
          <a:prstGeom prst="ellipse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algn="bl" rotWithShape="0">
              <a:schemeClr val="l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35">
            <a:extLst>
              <a:ext uri="{FF2B5EF4-FFF2-40B4-BE49-F238E27FC236}">
                <a16:creationId xmlns:a16="http://schemas.microsoft.com/office/drawing/2014/main" id="{89981601-17A3-3552-8C81-A5C368C064CD}"/>
              </a:ext>
            </a:extLst>
          </p:cNvPr>
          <p:cNvSpPr/>
          <p:nvPr/>
        </p:nvSpPr>
        <p:spPr>
          <a:xfrm>
            <a:off x="4907813" y="1812062"/>
            <a:ext cx="152100" cy="152100"/>
          </a:xfrm>
          <a:prstGeom prst="ellipse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algn="bl" rotWithShape="0">
              <a:schemeClr val="accen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35">
            <a:extLst>
              <a:ext uri="{FF2B5EF4-FFF2-40B4-BE49-F238E27FC236}">
                <a16:creationId xmlns:a16="http://schemas.microsoft.com/office/drawing/2014/main" id="{B0E5A44B-0E69-4ADC-E45B-90CCE2816FB0}"/>
              </a:ext>
            </a:extLst>
          </p:cNvPr>
          <p:cNvSpPr/>
          <p:nvPr/>
        </p:nvSpPr>
        <p:spPr>
          <a:xfrm>
            <a:off x="7589875" y="4106987"/>
            <a:ext cx="152100" cy="152100"/>
          </a:xfrm>
          <a:prstGeom prst="ellipse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algn="bl" rotWithShape="0">
              <a:schemeClr val="accen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35">
            <a:extLst>
              <a:ext uri="{FF2B5EF4-FFF2-40B4-BE49-F238E27FC236}">
                <a16:creationId xmlns:a16="http://schemas.microsoft.com/office/drawing/2014/main" id="{C78B8200-E049-50DE-0A55-DE7458CD5968}"/>
              </a:ext>
            </a:extLst>
          </p:cNvPr>
          <p:cNvSpPr/>
          <p:nvPr/>
        </p:nvSpPr>
        <p:spPr>
          <a:xfrm>
            <a:off x="5786275" y="3994275"/>
            <a:ext cx="152100" cy="152100"/>
          </a:xfrm>
          <a:prstGeom prst="ellipse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algn="bl" rotWithShape="0">
              <a:schemeClr val="l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E22653D-FDA5-39FD-DEA7-A99F58899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49" y="123757"/>
            <a:ext cx="6293065" cy="1060955"/>
          </a:xfrm>
        </p:spPr>
        <p:txBody>
          <a:bodyPr/>
          <a:lstStyle/>
          <a:p>
            <a:r>
              <a:rPr lang="en-IN" dirty="0"/>
              <a:t>WORKING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23059506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>
          <a:extLst>
            <a:ext uri="{FF2B5EF4-FFF2-40B4-BE49-F238E27FC236}">
              <a16:creationId xmlns:a16="http://schemas.microsoft.com/office/drawing/2014/main" id="{1901C9D6-FA3B-8FD9-96C5-8ECB328E1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5">
            <a:extLst>
              <a:ext uri="{FF2B5EF4-FFF2-40B4-BE49-F238E27FC236}">
                <a16:creationId xmlns:a16="http://schemas.microsoft.com/office/drawing/2014/main" id="{D9043174-5ECA-FB1A-DC04-E7993464BB9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-32164" y="1435248"/>
            <a:ext cx="8883556" cy="37082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000" b="1" dirty="0"/>
              <a:t>Productivity Calculation:</a:t>
            </a:r>
            <a:endParaRPr lang="en-US" sz="2000" dirty="0"/>
          </a:p>
          <a:p>
            <a:r>
              <a:rPr lang="en-US" sz="2000" dirty="0"/>
              <a:t>Effective Study Time = Total Time − Distraction</a:t>
            </a:r>
          </a:p>
          <a:p>
            <a:r>
              <a:rPr lang="en-US" sz="2000" dirty="0"/>
              <a:t>Productivity Score based on focus level</a:t>
            </a:r>
          </a:p>
          <a:p>
            <a:r>
              <a:rPr lang="en-US" sz="2000" dirty="0"/>
              <a:t>Average score per time slot</a:t>
            </a:r>
          </a:p>
          <a:p>
            <a:r>
              <a:rPr lang="en-US" sz="2000" b="1" dirty="0"/>
              <a:t>Final Output:</a:t>
            </a:r>
            <a:endParaRPr lang="en-US" sz="2000" dirty="0"/>
          </a:p>
          <a:p>
            <a:r>
              <a:rPr lang="en-US" sz="2000" dirty="0"/>
              <a:t>📊 Bar graph of productivity</a:t>
            </a:r>
          </a:p>
          <a:p>
            <a:r>
              <a:rPr lang="en-US" sz="2000" dirty="0"/>
              <a:t>🏆 Best Study Window</a:t>
            </a:r>
          </a:p>
          <a:p>
            <a:r>
              <a:rPr lang="en-US" sz="2000" dirty="0"/>
              <a:t>⚠️ Dead Zone detected</a:t>
            </a:r>
          </a:p>
          <a:p>
            <a:r>
              <a:rPr lang="en-US" sz="2000" b="1" dirty="0"/>
              <a:t>Benefit:</a:t>
            </a:r>
            <a:br>
              <a:rPr lang="en-US" sz="2000" dirty="0"/>
            </a:br>
            <a:r>
              <a:rPr lang="en-US" sz="2000" dirty="0"/>
              <a:t>Helps students </a:t>
            </a:r>
            <a:r>
              <a:rPr lang="en-US" sz="2000" b="1" dirty="0"/>
              <a:t>schedule important study tasks</a:t>
            </a:r>
            <a:r>
              <a:rPr lang="en-US" sz="2000" dirty="0"/>
              <a:t> at the right time.</a:t>
            </a:r>
          </a:p>
          <a:p>
            <a:endParaRPr lang="en-IN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00" name="Google Shape;400;p35">
            <a:extLst>
              <a:ext uri="{FF2B5EF4-FFF2-40B4-BE49-F238E27FC236}">
                <a16:creationId xmlns:a16="http://schemas.microsoft.com/office/drawing/2014/main" id="{E106D3F2-63F6-2C9F-A5FB-E5633744B751}"/>
              </a:ext>
            </a:extLst>
          </p:cNvPr>
          <p:cNvSpPr/>
          <p:nvPr/>
        </p:nvSpPr>
        <p:spPr>
          <a:xfrm>
            <a:off x="5697525" y="1592850"/>
            <a:ext cx="1957800" cy="1957800"/>
          </a:xfrm>
          <a:prstGeom prst="ellipse">
            <a:avLst/>
          </a:prstGeom>
          <a:gradFill>
            <a:gsLst>
              <a:gs pos="0">
                <a:schemeClr val="lt1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  <a:effectLst>
            <a:outerShdw blurRad="128588" algn="bl" rotWithShape="0">
              <a:schemeClr val="accen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01" name="Google Shape;401;p35">
            <a:extLst>
              <a:ext uri="{FF2B5EF4-FFF2-40B4-BE49-F238E27FC236}">
                <a16:creationId xmlns:a16="http://schemas.microsoft.com/office/drawing/2014/main" id="{74984138-2663-412E-4AB6-668FDED8C5EA}"/>
              </a:ext>
            </a:extLst>
          </p:cNvPr>
          <p:cNvGrpSpPr/>
          <p:nvPr/>
        </p:nvGrpSpPr>
        <p:grpSpPr>
          <a:xfrm>
            <a:off x="6268789" y="2182282"/>
            <a:ext cx="815273" cy="778936"/>
            <a:chOff x="5197375" y="2305475"/>
            <a:chExt cx="300650" cy="287250"/>
          </a:xfrm>
        </p:grpSpPr>
        <p:sp>
          <p:nvSpPr>
            <p:cNvPr id="402" name="Google Shape;402;p35">
              <a:extLst>
                <a:ext uri="{FF2B5EF4-FFF2-40B4-BE49-F238E27FC236}">
                  <a16:creationId xmlns:a16="http://schemas.microsoft.com/office/drawing/2014/main" id="{23112C0C-DBED-FDA6-9FDF-C44D14F20594}"/>
                </a:ext>
              </a:extLst>
            </p:cNvPr>
            <p:cNvSpPr/>
            <p:nvPr/>
          </p:nvSpPr>
          <p:spPr>
            <a:xfrm>
              <a:off x="5197375" y="2305475"/>
              <a:ext cx="300650" cy="287250"/>
            </a:xfrm>
            <a:custGeom>
              <a:avLst/>
              <a:gdLst/>
              <a:ahLst/>
              <a:cxnLst/>
              <a:rect l="l" t="t" r="r" b="b"/>
              <a:pathLst>
                <a:path w="12026" h="11490" extrusionOk="0">
                  <a:moveTo>
                    <a:pt x="10990" y="1370"/>
                  </a:moveTo>
                  <a:cubicBezTo>
                    <a:pt x="11180" y="1370"/>
                    <a:pt x="11347" y="1536"/>
                    <a:pt x="11347" y="1727"/>
                  </a:cubicBezTo>
                  <a:lnTo>
                    <a:pt x="11347" y="3191"/>
                  </a:lnTo>
                  <a:lnTo>
                    <a:pt x="714" y="3191"/>
                  </a:lnTo>
                  <a:lnTo>
                    <a:pt x="714" y="1727"/>
                  </a:lnTo>
                  <a:cubicBezTo>
                    <a:pt x="714" y="1536"/>
                    <a:pt x="881" y="1370"/>
                    <a:pt x="1072" y="1370"/>
                  </a:cubicBezTo>
                  <a:lnTo>
                    <a:pt x="1881" y="1370"/>
                  </a:lnTo>
                  <a:lnTo>
                    <a:pt x="1881" y="1691"/>
                  </a:lnTo>
                  <a:cubicBezTo>
                    <a:pt x="1881" y="1882"/>
                    <a:pt x="2048" y="2048"/>
                    <a:pt x="2238" y="2048"/>
                  </a:cubicBezTo>
                  <a:cubicBezTo>
                    <a:pt x="2429" y="2048"/>
                    <a:pt x="2596" y="1882"/>
                    <a:pt x="2596" y="1691"/>
                  </a:cubicBezTo>
                  <a:lnTo>
                    <a:pt x="2596" y="1370"/>
                  </a:lnTo>
                  <a:lnTo>
                    <a:pt x="4405" y="1370"/>
                  </a:lnTo>
                  <a:lnTo>
                    <a:pt x="4405" y="1691"/>
                  </a:lnTo>
                  <a:cubicBezTo>
                    <a:pt x="4405" y="1882"/>
                    <a:pt x="4572" y="2048"/>
                    <a:pt x="4763" y="2048"/>
                  </a:cubicBezTo>
                  <a:cubicBezTo>
                    <a:pt x="4965" y="2048"/>
                    <a:pt x="5120" y="1882"/>
                    <a:pt x="5120" y="1691"/>
                  </a:cubicBezTo>
                  <a:lnTo>
                    <a:pt x="5120" y="1370"/>
                  </a:lnTo>
                  <a:lnTo>
                    <a:pt x="6941" y="1370"/>
                  </a:lnTo>
                  <a:lnTo>
                    <a:pt x="6941" y="1691"/>
                  </a:lnTo>
                  <a:cubicBezTo>
                    <a:pt x="6941" y="1882"/>
                    <a:pt x="7108" y="2048"/>
                    <a:pt x="7299" y="2048"/>
                  </a:cubicBezTo>
                  <a:cubicBezTo>
                    <a:pt x="7489" y="2048"/>
                    <a:pt x="7656" y="1882"/>
                    <a:pt x="7656" y="1691"/>
                  </a:cubicBezTo>
                  <a:lnTo>
                    <a:pt x="7656" y="1370"/>
                  </a:lnTo>
                  <a:lnTo>
                    <a:pt x="9466" y="1370"/>
                  </a:lnTo>
                  <a:lnTo>
                    <a:pt x="9466" y="1691"/>
                  </a:lnTo>
                  <a:cubicBezTo>
                    <a:pt x="9466" y="1882"/>
                    <a:pt x="9632" y="2048"/>
                    <a:pt x="9823" y="2048"/>
                  </a:cubicBezTo>
                  <a:cubicBezTo>
                    <a:pt x="10025" y="2048"/>
                    <a:pt x="10180" y="1882"/>
                    <a:pt x="10180" y="1691"/>
                  </a:cubicBezTo>
                  <a:lnTo>
                    <a:pt x="10180" y="1370"/>
                  </a:lnTo>
                  <a:close/>
                  <a:moveTo>
                    <a:pt x="11311" y="3906"/>
                  </a:moveTo>
                  <a:lnTo>
                    <a:pt x="11311" y="10454"/>
                  </a:lnTo>
                  <a:cubicBezTo>
                    <a:pt x="11311" y="10645"/>
                    <a:pt x="11156" y="10811"/>
                    <a:pt x="10954" y="10811"/>
                  </a:cubicBezTo>
                  <a:lnTo>
                    <a:pt x="1072" y="10811"/>
                  </a:lnTo>
                  <a:cubicBezTo>
                    <a:pt x="881" y="10811"/>
                    <a:pt x="714" y="10645"/>
                    <a:pt x="714" y="10454"/>
                  </a:cubicBezTo>
                  <a:lnTo>
                    <a:pt x="714" y="3906"/>
                  </a:lnTo>
                  <a:close/>
                  <a:moveTo>
                    <a:pt x="2215" y="0"/>
                  </a:moveTo>
                  <a:cubicBezTo>
                    <a:pt x="2024" y="0"/>
                    <a:pt x="1857" y="167"/>
                    <a:pt x="1857" y="358"/>
                  </a:cubicBezTo>
                  <a:lnTo>
                    <a:pt x="1857" y="679"/>
                  </a:lnTo>
                  <a:lnTo>
                    <a:pt x="1060" y="679"/>
                  </a:lnTo>
                  <a:cubicBezTo>
                    <a:pt x="476" y="679"/>
                    <a:pt x="0" y="1155"/>
                    <a:pt x="0" y="1727"/>
                  </a:cubicBezTo>
                  <a:lnTo>
                    <a:pt x="0" y="10442"/>
                  </a:lnTo>
                  <a:cubicBezTo>
                    <a:pt x="0" y="11014"/>
                    <a:pt x="476" y="11490"/>
                    <a:pt x="1060" y="11490"/>
                  </a:cubicBezTo>
                  <a:lnTo>
                    <a:pt x="10942" y="11490"/>
                  </a:lnTo>
                  <a:cubicBezTo>
                    <a:pt x="11525" y="11490"/>
                    <a:pt x="12002" y="11014"/>
                    <a:pt x="12002" y="10442"/>
                  </a:cubicBezTo>
                  <a:lnTo>
                    <a:pt x="12002" y="1727"/>
                  </a:lnTo>
                  <a:cubicBezTo>
                    <a:pt x="12025" y="1155"/>
                    <a:pt x="11549" y="679"/>
                    <a:pt x="10978" y="679"/>
                  </a:cubicBezTo>
                  <a:lnTo>
                    <a:pt x="10168" y="679"/>
                  </a:lnTo>
                  <a:lnTo>
                    <a:pt x="10168" y="358"/>
                  </a:lnTo>
                  <a:cubicBezTo>
                    <a:pt x="10168" y="167"/>
                    <a:pt x="10001" y="0"/>
                    <a:pt x="9811" y="0"/>
                  </a:cubicBezTo>
                  <a:cubicBezTo>
                    <a:pt x="9620" y="0"/>
                    <a:pt x="9454" y="167"/>
                    <a:pt x="9454" y="358"/>
                  </a:cubicBezTo>
                  <a:lnTo>
                    <a:pt x="9454" y="679"/>
                  </a:lnTo>
                  <a:lnTo>
                    <a:pt x="7632" y="679"/>
                  </a:lnTo>
                  <a:lnTo>
                    <a:pt x="7632" y="358"/>
                  </a:lnTo>
                  <a:cubicBezTo>
                    <a:pt x="7632" y="167"/>
                    <a:pt x="7477" y="0"/>
                    <a:pt x="7275" y="0"/>
                  </a:cubicBezTo>
                  <a:cubicBezTo>
                    <a:pt x="7084" y="0"/>
                    <a:pt x="6918" y="167"/>
                    <a:pt x="6918" y="358"/>
                  </a:cubicBezTo>
                  <a:lnTo>
                    <a:pt x="6918" y="679"/>
                  </a:lnTo>
                  <a:lnTo>
                    <a:pt x="5108" y="679"/>
                  </a:lnTo>
                  <a:lnTo>
                    <a:pt x="5108" y="358"/>
                  </a:lnTo>
                  <a:cubicBezTo>
                    <a:pt x="5108" y="167"/>
                    <a:pt x="4941" y="0"/>
                    <a:pt x="4751" y="0"/>
                  </a:cubicBezTo>
                  <a:cubicBezTo>
                    <a:pt x="4560" y="0"/>
                    <a:pt x="4393" y="167"/>
                    <a:pt x="4393" y="358"/>
                  </a:cubicBezTo>
                  <a:lnTo>
                    <a:pt x="4393" y="679"/>
                  </a:lnTo>
                  <a:lnTo>
                    <a:pt x="2572" y="679"/>
                  </a:lnTo>
                  <a:lnTo>
                    <a:pt x="2572" y="358"/>
                  </a:lnTo>
                  <a:cubicBezTo>
                    <a:pt x="2572" y="167"/>
                    <a:pt x="2417" y="0"/>
                    <a:pt x="221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100013" algn="bl" rotWithShape="0">
                <a:schemeClr val="accent2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35">
              <a:extLst>
                <a:ext uri="{FF2B5EF4-FFF2-40B4-BE49-F238E27FC236}">
                  <a16:creationId xmlns:a16="http://schemas.microsoft.com/office/drawing/2014/main" id="{AB243792-D80F-720C-E172-FC9939D4D2AF}"/>
                </a:ext>
              </a:extLst>
            </p:cNvPr>
            <p:cNvSpPr/>
            <p:nvPr/>
          </p:nvSpPr>
          <p:spPr>
            <a:xfrm>
              <a:off x="5307500" y="2423950"/>
              <a:ext cx="80975" cy="134550"/>
            </a:xfrm>
            <a:custGeom>
              <a:avLst/>
              <a:gdLst/>
              <a:ahLst/>
              <a:cxnLst/>
              <a:rect l="l" t="t" r="r" b="b"/>
              <a:pathLst>
                <a:path w="3239" h="5382" extrusionOk="0">
                  <a:moveTo>
                    <a:pt x="1632" y="0"/>
                  </a:moveTo>
                  <a:cubicBezTo>
                    <a:pt x="1429" y="0"/>
                    <a:pt x="1262" y="167"/>
                    <a:pt x="1262" y="357"/>
                  </a:cubicBezTo>
                  <a:lnTo>
                    <a:pt x="1262" y="714"/>
                  </a:lnTo>
                  <a:cubicBezTo>
                    <a:pt x="453" y="714"/>
                    <a:pt x="12" y="1274"/>
                    <a:pt x="12" y="1869"/>
                  </a:cubicBezTo>
                  <a:cubicBezTo>
                    <a:pt x="0" y="2512"/>
                    <a:pt x="524" y="3036"/>
                    <a:pt x="1167" y="3036"/>
                  </a:cubicBezTo>
                  <a:lnTo>
                    <a:pt x="2060" y="3036"/>
                  </a:lnTo>
                  <a:cubicBezTo>
                    <a:pt x="2310" y="3036"/>
                    <a:pt x="2524" y="3239"/>
                    <a:pt x="2524" y="3501"/>
                  </a:cubicBezTo>
                  <a:cubicBezTo>
                    <a:pt x="2524" y="3751"/>
                    <a:pt x="2310" y="3953"/>
                    <a:pt x="2060" y="3953"/>
                  </a:cubicBezTo>
                  <a:lnTo>
                    <a:pt x="1120" y="3953"/>
                  </a:lnTo>
                  <a:cubicBezTo>
                    <a:pt x="1000" y="3953"/>
                    <a:pt x="870" y="3917"/>
                    <a:pt x="762" y="3834"/>
                  </a:cubicBezTo>
                  <a:cubicBezTo>
                    <a:pt x="698" y="3797"/>
                    <a:pt x="627" y="3778"/>
                    <a:pt x="557" y="3778"/>
                  </a:cubicBezTo>
                  <a:cubicBezTo>
                    <a:pt x="446" y="3778"/>
                    <a:pt x="340" y="3827"/>
                    <a:pt x="274" y="3929"/>
                  </a:cubicBezTo>
                  <a:cubicBezTo>
                    <a:pt x="167" y="4096"/>
                    <a:pt x="203" y="4310"/>
                    <a:pt x="358" y="4417"/>
                  </a:cubicBezTo>
                  <a:cubicBezTo>
                    <a:pt x="692" y="4651"/>
                    <a:pt x="992" y="4668"/>
                    <a:pt x="1177" y="4668"/>
                  </a:cubicBezTo>
                  <a:cubicBezTo>
                    <a:pt x="1209" y="4668"/>
                    <a:pt x="1238" y="4667"/>
                    <a:pt x="1262" y="4667"/>
                  </a:cubicBezTo>
                  <a:lnTo>
                    <a:pt x="1262" y="5025"/>
                  </a:lnTo>
                  <a:cubicBezTo>
                    <a:pt x="1262" y="5227"/>
                    <a:pt x="1429" y="5382"/>
                    <a:pt x="1632" y="5382"/>
                  </a:cubicBezTo>
                  <a:cubicBezTo>
                    <a:pt x="1822" y="5382"/>
                    <a:pt x="1989" y="5227"/>
                    <a:pt x="1989" y="5025"/>
                  </a:cubicBezTo>
                  <a:lnTo>
                    <a:pt x="1989" y="4667"/>
                  </a:lnTo>
                  <a:cubicBezTo>
                    <a:pt x="2798" y="4667"/>
                    <a:pt x="3239" y="4108"/>
                    <a:pt x="3239" y="3512"/>
                  </a:cubicBezTo>
                  <a:cubicBezTo>
                    <a:pt x="3239" y="2869"/>
                    <a:pt x="2715" y="2346"/>
                    <a:pt x="2072" y="2346"/>
                  </a:cubicBezTo>
                  <a:lnTo>
                    <a:pt x="1179" y="2346"/>
                  </a:lnTo>
                  <a:cubicBezTo>
                    <a:pt x="929" y="2346"/>
                    <a:pt x="715" y="2143"/>
                    <a:pt x="715" y="1893"/>
                  </a:cubicBezTo>
                  <a:cubicBezTo>
                    <a:pt x="715" y="1631"/>
                    <a:pt x="929" y="1429"/>
                    <a:pt x="1179" y="1429"/>
                  </a:cubicBezTo>
                  <a:lnTo>
                    <a:pt x="2048" y="1429"/>
                  </a:lnTo>
                  <a:cubicBezTo>
                    <a:pt x="2227" y="1429"/>
                    <a:pt x="2382" y="1500"/>
                    <a:pt x="2501" y="1631"/>
                  </a:cubicBezTo>
                  <a:cubicBezTo>
                    <a:pt x="2575" y="1712"/>
                    <a:pt x="2669" y="1750"/>
                    <a:pt x="2764" y="1750"/>
                  </a:cubicBezTo>
                  <a:cubicBezTo>
                    <a:pt x="2851" y="1750"/>
                    <a:pt x="2938" y="1718"/>
                    <a:pt x="3013" y="1655"/>
                  </a:cubicBezTo>
                  <a:cubicBezTo>
                    <a:pt x="3156" y="1512"/>
                    <a:pt x="3156" y="1298"/>
                    <a:pt x="3025" y="1143"/>
                  </a:cubicBezTo>
                  <a:cubicBezTo>
                    <a:pt x="2775" y="857"/>
                    <a:pt x="2429" y="714"/>
                    <a:pt x="1989" y="714"/>
                  </a:cubicBezTo>
                  <a:lnTo>
                    <a:pt x="1989" y="357"/>
                  </a:lnTo>
                  <a:cubicBezTo>
                    <a:pt x="1989" y="167"/>
                    <a:pt x="1822" y="0"/>
                    <a:pt x="163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100013" algn="bl" rotWithShape="0">
                <a:schemeClr val="accent2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4" name="Google Shape;404;p35">
            <a:extLst>
              <a:ext uri="{FF2B5EF4-FFF2-40B4-BE49-F238E27FC236}">
                <a16:creationId xmlns:a16="http://schemas.microsoft.com/office/drawing/2014/main" id="{ED13FF17-51B4-73C6-0DC5-ED57DF29D440}"/>
              </a:ext>
            </a:extLst>
          </p:cNvPr>
          <p:cNvSpPr/>
          <p:nvPr/>
        </p:nvSpPr>
        <p:spPr>
          <a:xfrm>
            <a:off x="4787200" y="2548028"/>
            <a:ext cx="714982" cy="675268"/>
          </a:xfrm>
          <a:custGeom>
            <a:avLst/>
            <a:gdLst/>
            <a:ahLst/>
            <a:cxnLst/>
            <a:rect l="l" t="t" r="r" b="b"/>
            <a:pathLst>
              <a:path w="23314" h="22019" extrusionOk="0">
                <a:moveTo>
                  <a:pt x="9300" y="1306"/>
                </a:moveTo>
                <a:cubicBezTo>
                  <a:pt x="12241" y="1306"/>
                  <a:pt x="15182" y="2427"/>
                  <a:pt x="17420" y="4671"/>
                </a:cubicBezTo>
                <a:cubicBezTo>
                  <a:pt x="21753" y="9005"/>
                  <a:pt x="21908" y="15934"/>
                  <a:pt x="17872" y="20446"/>
                </a:cubicBezTo>
                <a:lnTo>
                  <a:pt x="1644" y="4218"/>
                </a:lnTo>
                <a:cubicBezTo>
                  <a:pt x="3820" y="2278"/>
                  <a:pt x="6560" y="1306"/>
                  <a:pt x="9300" y="1306"/>
                </a:cubicBezTo>
                <a:close/>
                <a:moveTo>
                  <a:pt x="9293" y="0"/>
                </a:moveTo>
                <a:cubicBezTo>
                  <a:pt x="6019" y="0"/>
                  <a:pt x="2745" y="1248"/>
                  <a:pt x="251" y="3742"/>
                </a:cubicBezTo>
                <a:cubicBezTo>
                  <a:pt x="1" y="4004"/>
                  <a:pt x="1" y="4421"/>
                  <a:pt x="251" y="4671"/>
                </a:cubicBezTo>
                <a:lnTo>
                  <a:pt x="17420" y="21828"/>
                </a:lnTo>
                <a:cubicBezTo>
                  <a:pt x="17562" y="21958"/>
                  <a:pt x="17717" y="22018"/>
                  <a:pt x="17884" y="22018"/>
                </a:cubicBezTo>
                <a:cubicBezTo>
                  <a:pt x="18051" y="22018"/>
                  <a:pt x="18217" y="21958"/>
                  <a:pt x="18336" y="21828"/>
                </a:cubicBezTo>
                <a:cubicBezTo>
                  <a:pt x="23313" y="16839"/>
                  <a:pt x="23313" y="8731"/>
                  <a:pt x="18336" y="3742"/>
                </a:cubicBezTo>
                <a:cubicBezTo>
                  <a:pt x="15842" y="1248"/>
                  <a:pt x="12568" y="0"/>
                  <a:pt x="929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342900" algn="bl" rotWithShape="0">
              <a:schemeClr val="accent3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" name="Google Shape;405;p35">
            <a:extLst>
              <a:ext uri="{FF2B5EF4-FFF2-40B4-BE49-F238E27FC236}">
                <a16:creationId xmlns:a16="http://schemas.microsoft.com/office/drawing/2014/main" id="{6FA02DFF-094D-C8EC-CD77-626D7401E86A}"/>
              </a:ext>
            </a:extLst>
          </p:cNvPr>
          <p:cNvSpPr/>
          <p:nvPr/>
        </p:nvSpPr>
        <p:spPr>
          <a:xfrm rot="-1865276">
            <a:off x="7576853" y="1373887"/>
            <a:ext cx="389168" cy="648493"/>
          </a:xfrm>
          <a:custGeom>
            <a:avLst/>
            <a:gdLst/>
            <a:ahLst/>
            <a:cxnLst/>
            <a:rect l="l" t="t" r="r" b="b"/>
            <a:pathLst>
              <a:path w="18385" h="30636" extrusionOk="0">
                <a:moveTo>
                  <a:pt x="9645" y="2692"/>
                </a:moveTo>
                <a:lnTo>
                  <a:pt x="16598" y="14669"/>
                </a:lnTo>
                <a:lnTo>
                  <a:pt x="8466" y="14669"/>
                </a:lnTo>
                <a:lnTo>
                  <a:pt x="9371" y="5454"/>
                </a:lnTo>
                <a:lnTo>
                  <a:pt x="9645" y="2692"/>
                </a:lnTo>
                <a:close/>
                <a:moveTo>
                  <a:pt x="8264" y="3537"/>
                </a:moveTo>
                <a:lnTo>
                  <a:pt x="8026" y="5990"/>
                </a:lnTo>
                <a:lnTo>
                  <a:pt x="7180" y="14681"/>
                </a:lnTo>
                <a:lnTo>
                  <a:pt x="1799" y="14681"/>
                </a:lnTo>
                <a:lnTo>
                  <a:pt x="8264" y="3537"/>
                </a:lnTo>
                <a:close/>
                <a:moveTo>
                  <a:pt x="7180" y="15979"/>
                </a:moveTo>
                <a:lnTo>
                  <a:pt x="8026" y="24671"/>
                </a:lnTo>
                <a:lnTo>
                  <a:pt x="8264" y="27123"/>
                </a:lnTo>
                <a:lnTo>
                  <a:pt x="1799" y="15979"/>
                </a:lnTo>
                <a:close/>
                <a:moveTo>
                  <a:pt x="16598" y="15979"/>
                </a:moveTo>
                <a:lnTo>
                  <a:pt x="9645" y="27957"/>
                </a:lnTo>
                <a:lnTo>
                  <a:pt x="9383" y="25194"/>
                </a:lnTo>
                <a:lnTo>
                  <a:pt x="8466" y="15979"/>
                </a:lnTo>
                <a:close/>
                <a:moveTo>
                  <a:pt x="9050" y="1"/>
                </a:moveTo>
                <a:cubicBezTo>
                  <a:pt x="9038" y="1"/>
                  <a:pt x="9014" y="13"/>
                  <a:pt x="9002" y="13"/>
                </a:cubicBezTo>
                <a:cubicBezTo>
                  <a:pt x="8978" y="25"/>
                  <a:pt x="8942" y="25"/>
                  <a:pt x="8919" y="37"/>
                </a:cubicBezTo>
                <a:cubicBezTo>
                  <a:pt x="8883" y="60"/>
                  <a:pt x="8859" y="72"/>
                  <a:pt x="8811" y="96"/>
                </a:cubicBezTo>
                <a:cubicBezTo>
                  <a:pt x="8776" y="120"/>
                  <a:pt x="8764" y="132"/>
                  <a:pt x="8740" y="156"/>
                </a:cubicBezTo>
                <a:cubicBezTo>
                  <a:pt x="8704" y="191"/>
                  <a:pt x="8680" y="215"/>
                  <a:pt x="8669" y="251"/>
                </a:cubicBezTo>
                <a:lnTo>
                  <a:pt x="8621" y="298"/>
                </a:lnTo>
                <a:lnTo>
                  <a:pt x="96" y="15003"/>
                </a:lnTo>
                <a:cubicBezTo>
                  <a:pt x="72" y="15015"/>
                  <a:pt x="72" y="15026"/>
                  <a:pt x="72" y="15038"/>
                </a:cubicBezTo>
                <a:cubicBezTo>
                  <a:pt x="60" y="15074"/>
                  <a:pt x="48" y="15122"/>
                  <a:pt x="37" y="15146"/>
                </a:cubicBezTo>
                <a:cubicBezTo>
                  <a:pt x="37" y="15181"/>
                  <a:pt x="37" y="15193"/>
                  <a:pt x="13" y="15217"/>
                </a:cubicBezTo>
                <a:cubicBezTo>
                  <a:pt x="13" y="15253"/>
                  <a:pt x="1" y="15277"/>
                  <a:pt x="1" y="15312"/>
                </a:cubicBezTo>
                <a:cubicBezTo>
                  <a:pt x="1" y="15336"/>
                  <a:pt x="13" y="15372"/>
                  <a:pt x="13" y="15396"/>
                </a:cubicBezTo>
                <a:cubicBezTo>
                  <a:pt x="13" y="15431"/>
                  <a:pt x="13" y="15443"/>
                  <a:pt x="37" y="15479"/>
                </a:cubicBezTo>
                <a:cubicBezTo>
                  <a:pt x="48" y="15515"/>
                  <a:pt x="60" y="15550"/>
                  <a:pt x="72" y="15574"/>
                </a:cubicBezTo>
                <a:cubicBezTo>
                  <a:pt x="72" y="15598"/>
                  <a:pt x="96" y="15610"/>
                  <a:pt x="96" y="15622"/>
                </a:cubicBezTo>
                <a:lnTo>
                  <a:pt x="8621" y="30326"/>
                </a:lnTo>
                <a:cubicBezTo>
                  <a:pt x="8633" y="30362"/>
                  <a:pt x="8645" y="30374"/>
                  <a:pt x="8669" y="30386"/>
                </a:cubicBezTo>
                <a:lnTo>
                  <a:pt x="8704" y="30433"/>
                </a:lnTo>
                <a:cubicBezTo>
                  <a:pt x="8740" y="30481"/>
                  <a:pt x="8776" y="30505"/>
                  <a:pt x="8823" y="30540"/>
                </a:cubicBezTo>
                <a:cubicBezTo>
                  <a:pt x="8835" y="30540"/>
                  <a:pt x="8835" y="30552"/>
                  <a:pt x="8859" y="30552"/>
                </a:cubicBezTo>
                <a:cubicBezTo>
                  <a:pt x="8919" y="30576"/>
                  <a:pt x="8978" y="30612"/>
                  <a:pt x="9038" y="30624"/>
                </a:cubicBezTo>
                <a:lnTo>
                  <a:pt x="9050" y="30624"/>
                </a:lnTo>
                <a:cubicBezTo>
                  <a:pt x="9097" y="30636"/>
                  <a:pt x="9133" y="30636"/>
                  <a:pt x="9181" y="30636"/>
                </a:cubicBezTo>
                <a:cubicBezTo>
                  <a:pt x="9240" y="30636"/>
                  <a:pt x="9300" y="30624"/>
                  <a:pt x="9359" y="30612"/>
                </a:cubicBezTo>
                <a:lnTo>
                  <a:pt x="9371" y="30612"/>
                </a:lnTo>
                <a:cubicBezTo>
                  <a:pt x="9395" y="30612"/>
                  <a:pt x="9395" y="30600"/>
                  <a:pt x="9407" y="30600"/>
                </a:cubicBezTo>
                <a:cubicBezTo>
                  <a:pt x="9454" y="30576"/>
                  <a:pt x="9490" y="30552"/>
                  <a:pt x="9538" y="30516"/>
                </a:cubicBezTo>
                <a:lnTo>
                  <a:pt x="9585" y="30481"/>
                </a:lnTo>
                <a:cubicBezTo>
                  <a:pt x="9621" y="30445"/>
                  <a:pt x="9657" y="30421"/>
                  <a:pt x="9693" y="30374"/>
                </a:cubicBezTo>
                <a:cubicBezTo>
                  <a:pt x="9704" y="30362"/>
                  <a:pt x="9716" y="30338"/>
                  <a:pt x="9716" y="30326"/>
                </a:cubicBezTo>
                <a:cubicBezTo>
                  <a:pt x="9752" y="30362"/>
                  <a:pt x="9752" y="30362"/>
                  <a:pt x="9764" y="30362"/>
                </a:cubicBezTo>
                <a:lnTo>
                  <a:pt x="18289" y="15658"/>
                </a:lnTo>
                <a:cubicBezTo>
                  <a:pt x="18301" y="15634"/>
                  <a:pt x="18301" y="15622"/>
                  <a:pt x="18301" y="15610"/>
                </a:cubicBezTo>
                <a:cubicBezTo>
                  <a:pt x="18325" y="15574"/>
                  <a:pt x="18336" y="15527"/>
                  <a:pt x="18348" y="15503"/>
                </a:cubicBezTo>
                <a:cubicBezTo>
                  <a:pt x="18348" y="15479"/>
                  <a:pt x="18348" y="15455"/>
                  <a:pt x="18360" y="15431"/>
                </a:cubicBezTo>
                <a:cubicBezTo>
                  <a:pt x="18360" y="15396"/>
                  <a:pt x="18384" y="15372"/>
                  <a:pt x="18384" y="15336"/>
                </a:cubicBezTo>
                <a:cubicBezTo>
                  <a:pt x="18384" y="15312"/>
                  <a:pt x="18360" y="15277"/>
                  <a:pt x="18360" y="15253"/>
                </a:cubicBezTo>
                <a:cubicBezTo>
                  <a:pt x="18360" y="15217"/>
                  <a:pt x="18360" y="15205"/>
                  <a:pt x="18348" y="15181"/>
                </a:cubicBezTo>
                <a:cubicBezTo>
                  <a:pt x="18336" y="15134"/>
                  <a:pt x="18325" y="15098"/>
                  <a:pt x="18301" y="15074"/>
                </a:cubicBezTo>
                <a:cubicBezTo>
                  <a:pt x="18301" y="15062"/>
                  <a:pt x="18289" y="15038"/>
                  <a:pt x="18289" y="15026"/>
                </a:cubicBezTo>
                <a:lnTo>
                  <a:pt x="9764" y="322"/>
                </a:lnTo>
                <a:lnTo>
                  <a:pt x="9752" y="310"/>
                </a:lnTo>
                <a:cubicBezTo>
                  <a:pt x="9740" y="275"/>
                  <a:pt x="9704" y="263"/>
                  <a:pt x="9693" y="239"/>
                </a:cubicBezTo>
                <a:cubicBezTo>
                  <a:pt x="9657" y="203"/>
                  <a:pt x="9645" y="179"/>
                  <a:pt x="9621" y="144"/>
                </a:cubicBezTo>
                <a:cubicBezTo>
                  <a:pt x="9597" y="132"/>
                  <a:pt x="9573" y="120"/>
                  <a:pt x="9538" y="96"/>
                </a:cubicBezTo>
                <a:cubicBezTo>
                  <a:pt x="9514" y="72"/>
                  <a:pt x="9466" y="60"/>
                  <a:pt x="9419" y="37"/>
                </a:cubicBezTo>
                <a:cubicBezTo>
                  <a:pt x="9407" y="37"/>
                  <a:pt x="9407" y="25"/>
                  <a:pt x="9395" y="25"/>
                </a:cubicBezTo>
                <a:cubicBezTo>
                  <a:pt x="9383" y="25"/>
                  <a:pt x="9347" y="25"/>
                  <a:pt x="9335" y="13"/>
                </a:cubicBezTo>
                <a:cubicBezTo>
                  <a:pt x="9288" y="1"/>
                  <a:pt x="9264" y="1"/>
                  <a:pt x="9216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114300" algn="bl" rotWithShape="0">
              <a:schemeClr val="accent3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35">
            <a:extLst>
              <a:ext uri="{FF2B5EF4-FFF2-40B4-BE49-F238E27FC236}">
                <a16:creationId xmlns:a16="http://schemas.microsoft.com/office/drawing/2014/main" id="{5957C447-CDC0-C828-1780-C95121B14E6E}"/>
              </a:ext>
            </a:extLst>
          </p:cNvPr>
          <p:cNvSpPr/>
          <p:nvPr/>
        </p:nvSpPr>
        <p:spPr>
          <a:xfrm>
            <a:off x="7547150" y="2587338"/>
            <a:ext cx="237550" cy="296650"/>
          </a:xfrm>
          <a:custGeom>
            <a:avLst/>
            <a:gdLst/>
            <a:ahLst/>
            <a:cxnLst/>
            <a:rect l="l" t="t" r="r" b="b"/>
            <a:pathLst>
              <a:path w="9502" h="11866" extrusionOk="0">
                <a:moveTo>
                  <a:pt x="1298" y="1840"/>
                </a:moveTo>
                <a:lnTo>
                  <a:pt x="7632" y="5936"/>
                </a:lnTo>
                <a:lnTo>
                  <a:pt x="1298" y="10032"/>
                </a:lnTo>
                <a:lnTo>
                  <a:pt x="1298" y="1840"/>
                </a:lnTo>
                <a:close/>
                <a:moveTo>
                  <a:pt x="638" y="1"/>
                </a:moveTo>
                <a:cubicBezTo>
                  <a:pt x="536" y="1"/>
                  <a:pt x="435" y="26"/>
                  <a:pt x="346" y="78"/>
                </a:cubicBezTo>
                <a:cubicBezTo>
                  <a:pt x="131" y="185"/>
                  <a:pt x="0" y="411"/>
                  <a:pt x="0" y="650"/>
                </a:cubicBezTo>
                <a:lnTo>
                  <a:pt x="0" y="11234"/>
                </a:lnTo>
                <a:cubicBezTo>
                  <a:pt x="0" y="11472"/>
                  <a:pt x="131" y="11675"/>
                  <a:pt x="346" y="11794"/>
                </a:cubicBezTo>
                <a:cubicBezTo>
                  <a:pt x="453" y="11841"/>
                  <a:pt x="548" y="11865"/>
                  <a:pt x="655" y="11865"/>
                </a:cubicBezTo>
                <a:cubicBezTo>
                  <a:pt x="774" y="11865"/>
                  <a:pt x="893" y="11841"/>
                  <a:pt x="1012" y="11806"/>
                </a:cubicBezTo>
                <a:lnTo>
                  <a:pt x="9204" y="6507"/>
                </a:lnTo>
                <a:cubicBezTo>
                  <a:pt x="9382" y="6388"/>
                  <a:pt x="9502" y="6186"/>
                  <a:pt x="9502" y="5960"/>
                </a:cubicBezTo>
                <a:cubicBezTo>
                  <a:pt x="9502" y="5734"/>
                  <a:pt x="9382" y="5531"/>
                  <a:pt x="9204" y="5412"/>
                </a:cubicBezTo>
                <a:lnTo>
                  <a:pt x="1012" y="114"/>
                </a:lnTo>
                <a:cubicBezTo>
                  <a:pt x="899" y="41"/>
                  <a:pt x="767" y="1"/>
                  <a:pt x="638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100013" algn="bl" rotWithShape="0">
              <a:schemeClr val="accent3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p35">
            <a:extLst>
              <a:ext uri="{FF2B5EF4-FFF2-40B4-BE49-F238E27FC236}">
                <a16:creationId xmlns:a16="http://schemas.microsoft.com/office/drawing/2014/main" id="{7973F946-8EB0-6163-1D5A-C1FB769CB201}"/>
              </a:ext>
            </a:extLst>
          </p:cNvPr>
          <p:cNvSpPr/>
          <p:nvPr/>
        </p:nvSpPr>
        <p:spPr>
          <a:xfrm>
            <a:off x="5951675" y="3300312"/>
            <a:ext cx="317121" cy="296656"/>
          </a:xfrm>
          <a:custGeom>
            <a:avLst/>
            <a:gdLst/>
            <a:ahLst/>
            <a:cxnLst/>
            <a:rect l="l" t="t" r="r" b="b"/>
            <a:pathLst>
              <a:path w="9133" h="8543" extrusionOk="0">
                <a:moveTo>
                  <a:pt x="7481" y="0"/>
                </a:moveTo>
                <a:cubicBezTo>
                  <a:pt x="7385" y="0"/>
                  <a:pt x="7286" y="21"/>
                  <a:pt x="7191" y="65"/>
                </a:cubicBezTo>
                <a:cubicBezTo>
                  <a:pt x="6858" y="220"/>
                  <a:pt x="6727" y="601"/>
                  <a:pt x="6894" y="934"/>
                </a:cubicBezTo>
                <a:cubicBezTo>
                  <a:pt x="7715" y="2613"/>
                  <a:pt x="7382" y="4637"/>
                  <a:pt x="6060" y="5959"/>
                </a:cubicBezTo>
                <a:cubicBezTo>
                  <a:pt x="5223" y="6803"/>
                  <a:pt x="4105" y="7247"/>
                  <a:pt x="2971" y="7247"/>
                </a:cubicBezTo>
                <a:cubicBezTo>
                  <a:pt x="2314" y="7247"/>
                  <a:pt x="1652" y="7098"/>
                  <a:pt x="1036" y="6792"/>
                </a:cubicBezTo>
                <a:cubicBezTo>
                  <a:pt x="945" y="6748"/>
                  <a:pt x="848" y="6727"/>
                  <a:pt x="754" y="6727"/>
                </a:cubicBezTo>
                <a:cubicBezTo>
                  <a:pt x="515" y="6727"/>
                  <a:pt x="286" y="6860"/>
                  <a:pt x="167" y="7090"/>
                </a:cubicBezTo>
                <a:cubicBezTo>
                  <a:pt x="0" y="7411"/>
                  <a:pt x="143" y="7792"/>
                  <a:pt x="464" y="7959"/>
                </a:cubicBezTo>
                <a:cubicBezTo>
                  <a:pt x="1250" y="8340"/>
                  <a:pt x="2119" y="8542"/>
                  <a:pt x="2965" y="8542"/>
                </a:cubicBezTo>
                <a:cubicBezTo>
                  <a:pt x="4429" y="8542"/>
                  <a:pt x="5882" y="7971"/>
                  <a:pt x="6977" y="6888"/>
                </a:cubicBezTo>
                <a:cubicBezTo>
                  <a:pt x="8692" y="5173"/>
                  <a:pt x="9132" y="2554"/>
                  <a:pt x="8049" y="363"/>
                </a:cubicBezTo>
                <a:cubicBezTo>
                  <a:pt x="7946" y="133"/>
                  <a:pt x="7722" y="0"/>
                  <a:pt x="748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100013" algn="bl" rotWithShape="0">
              <a:schemeClr val="accent3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35">
            <a:extLst>
              <a:ext uri="{FF2B5EF4-FFF2-40B4-BE49-F238E27FC236}">
                <a16:creationId xmlns:a16="http://schemas.microsoft.com/office/drawing/2014/main" id="{3BB67EA9-53EA-D919-7B7B-6139FE857012}"/>
              </a:ext>
            </a:extLst>
          </p:cNvPr>
          <p:cNvSpPr/>
          <p:nvPr/>
        </p:nvSpPr>
        <p:spPr>
          <a:xfrm rot="1650174">
            <a:off x="7204867" y="3701072"/>
            <a:ext cx="32750" cy="302754"/>
          </a:xfrm>
          <a:custGeom>
            <a:avLst/>
            <a:gdLst/>
            <a:ahLst/>
            <a:cxnLst/>
            <a:rect l="l" t="t" r="r" b="b"/>
            <a:pathLst>
              <a:path w="1310" h="12110" extrusionOk="0">
                <a:moveTo>
                  <a:pt x="655" y="0"/>
                </a:moveTo>
                <a:cubicBezTo>
                  <a:pt x="298" y="0"/>
                  <a:pt x="0" y="298"/>
                  <a:pt x="0" y="655"/>
                </a:cubicBezTo>
                <a:lnTo>
                  <a:pt x="0" y="11454"/>
                </a:lnTo>
                <a:cubicBezTo>
                  <a:pt x="0" y="11811"/>
                  <a:pt x="298" y="12109"/>
                  <a:pt x="655" y="12109"/>
                </a:cubicBezTo>
                <a:cubicBezTo>
                  <a:pt x="1012" y="12109"/>
                  <a:pt x="1310" y="11811"/>
                  <a:pt x="1310" y="11454"/>
                </a:cubicBezTo>
                <a:lnTo>
                  <a:pt x="1310" y="655"/>
                </a:lnTo>
                <a:cubicBezTo>
                  <a:pt x="1310" y="298"/>
                  <a:pt x="1036" y="0"/>
                  <a:pt x="65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100013" algn="bl" rotWithShape="0">
              <a:schemeClr val="accent3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p35">
            <a:extLst>
              <a:ext uri="{FF2B5EF4-FFF2-40B4-BE49-F238E27FC236}">
                <a16:creationId xmlns:a16="http://schemas.microsoft.com/office/drawing/2014/main" id="{2F895099-C560-47EE-D2FB-0B4A06A0BA98}"/>
              </a:ext>
            </a:extLst>
          </p:cNvPr>
          <p:cNvSpPr/>
          <p:nvPr/>
        </p:nvSpPr>
        <p:spPr>
          <a:xfrm>
            <a:off x="5548725" y="1450625"/>
            <a:ext cx="237550" cy="296650"/>
          </a:xfrm>
          <a:custGeom>
            <a:avLst/>
            <a:gdLst/>
            <a:ahLst/>
            <a:cxnLst/>
            <a:rect l="l" t="t" r="r" b="b"/>
            <a:pathLst>
              <a:path w="9502" h="11866" extrusionOk="0">
                <a:moveTo>
                  <a:pt x="1298" y="1840"/>
                </a:moveTo>
                <a:lnTo>
                  <a:pt x="7632" y="5936"/>
                </a:lnTo>
                <a:lnTo>
                  <a:pt x="1298" y="10032"/>
                </a:lnTo>
                <a:lnTo>
                  <a:pt x="1298" y="1840"/>
                </a:lnTo>
                <a:close/>
                <a:moveTo>
                  <a:pt x="638" y="1"/>
                </a:moveTo>
                <a:cubicBezTo>
                  <a:pt x="536" y="1"/>
                  <a:pt x="435" y="26"/>
                  <a:pt x="346" y="78"/>
                </a:cubicBezTo>
                <a:cubicBezTo>
                  <a:pt x="131" y="185"/>
                  <a:pt x="0" y="411"/>
                  <a:pt x="0" y="650"/>
                </a:cubicBezTo>
                <a:lnTo>
                  <a:pt x="0" y="11234"/>
                </a:lnTo>
                <a:cubicBezTo>
                  <a:pt x="0" y="11472"/>
                  <a:pt x="131" y="11675"/>
                  <a:pt x="346" y="11794"/>
                </a:cubicBezTo>
                <a:cubicBezTo>
                  <a:pt x="453" y="11841"/>
                  <a:pt x="548" y="11865"/>
                  <a:pt x="655" y="11865"/>
                </a:cubicBezTo>
                <a:cubicBezTo>
                  <a:pt x="774" y="11865"/>
                  <a:pt x="893" y="11841"/>
                  <a:pt x="1012" y="11806"/>
                </a:cubicBezTo>
                <a:lnTo>
                  <a:pt x="9204" y="6507"/>
                </a:lnTo>
                <a:cubicBezTo>
                  <a:pt x="9382" y="6388"/>
                  <a:pt x="9502" y="6186"/>
                  <a:pt x="9502" y="5960"/>
                </a:cubicBezTo>
                <a:cubicBezTo>
                  <a:pt x="9502" y="5734"/>
                  <a:pt x="9382" y="5531"/>
                  <a:pt x="9204" y="5412"/>
                </a:cubicBezTo>
                <a:lnTo>
                  <a:pt x="1012" y="114"/>
                </a:lnTo>
                <a:cubicBezTo>
                  <a:pt x="899" y="41"/>
                  <a:pt x="767" y="1"/>
                  <a:pt x="638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100013" algn="bl" rotWithShape="0">
              <a:schemeClr val="accent3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35">
            <a:extLst>
              <a:ext uri="{FF2B5EF4-FFF2-40B4-BE49-F238E27FC236}">
                <a16:creationId xmlns:a16="http://schemas.microsoft.com/office/drawing/2014/main" id="{A8C6129C-3A90-00CE-55E6-C35FBF714E14}"/>
              </a:ext>
            </a:extLst>
          </p:cNvPr>
          <p:cNvSpPr/>
          <p:nvPr/>
        </p:nvSpPr>
        <p:spPr>
          <a:xfrm>
            <a:off x="8193300" y="2985688"/>
            <a:ext cx="237600" cy="237600"/>
          </a:xfrm>
          <a:prstGeom prst="ellipse">
            <a:avLst/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algn="bl" rotWithShape="0">
              <a:schemeClr val="accent3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35">
            <a:extLst>
              <a:ext uri="{FF2B5EF4-FFF2-40B4-BE49-F238E27FC236}">
                <a16:creationId xmlns:a16="http://schemas.microsoft.com/office/drawing/2014/main" id="{125D66A8-612A-86B0-8245-00D2360EE51D}"/>
              </a:ext>
            </a:extLst>
          </p:cNvPr>
          <p:cNvSpPr/>
          <p:nvPr/>
        </p:nvSpPr>
        <p:spPr>
          <a:xfrm>
            <a:off x="6822650" y="820662"/>
            <a:ext cx="152100" cy="152100"/>
          </a:xfrm>
          <a:prstGeom prst="ellipse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algn="bl" rotWithShape="0">
              <a:schemeClr val="l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35">
            <a:extLst>
              <a:ext uri="{FF2B5EF4-FFF2-40B4-BE49-F238E27FC236}">
                <a16:creationId xmlns:a16="http://schemas.microsoft.com/office/drawing/2014/main" id="{ED320D57-D0BF-6D32-BA6C-AE3C6A90C82B}"/>
              </a:ext>
            </a:extLst>
          </p:cNvPr>
          <p:cNvSpPr/>
          <p:nvPr/>
        </p:nvSpPr>
        <p:spPr>
          <a:xfrm>
            <a:off x="4907813" y="1812062"/>
            <a:ext cx="152100" cy="152100"/>
          </a:xfrm>
          <a:prstGeom prst="ellipse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algn="bl" rotWithShape="0">
              <a:schemeClr val="accen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35">
            <a:extLst>
              <a:ext uri="{FF2B5EF4-FFF2-40B4-BE49-F238E27FC236}">
                <a16:creationId xmlns:a16="http://schemas.microsoft.com/office/drawing/2014/main" id="{483C9C7C-52D1-30F3-B82E-AA4D8C870052}"/>
              </a:ext>
            </a:extLst>
          </p:cNvPr>
          <p:cNvSpPr/>
          <p:nvPr/>
        </p:nvSpPr>
        <p:spPr>
          <a:xfrm>
            <a:off x="7589875" y="4106987"/>
            <a:ext cx="152100" cy="152100"/>
          </a:xfrm>
          <a:prstGeom prst="ellipse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algn="bl" rotWithShape="0">
              <a:schemeClr val="accen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35">
            <a:extLst>
              <a:ext uri="{FF2B5EF4-FFF2-40B4-BE49-F238E27FC236}">
                <a16:creationId xmlns:a16="http://schemas.microsoft.com/office/drawing/2014/main" id="{DFEDB595-ED7A-EC5C-3786-BECDF624D9F2}"/>
              </a:ext>
            </a:extLst>
          </p:cNvPr>
          <p:cNvSpPr/>
          <p:nvPr/>
        </p:nvSpPr>
        <p:spPr>
          <a:xfrm>
            <a:off x="5786275" y="3994275"/>
            <a:ext cx="152100" cy="152100"/>
          </a:xfrm>
          <a:prstGeom prst="ellipse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algn="bl" rotWithShape="0">
              <a:schemeClr val="l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4B40F17-2CE6-0BAE-4054-FEBDAF1EE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49" y="123757"/>
            <a:ext cx="6293065" cy="1060955"/>
          </a:xfrm>
        </p:spPr>
        <p:txBody>
          <a:bodyPr/>
          <a:lstStyle/>
          <a:p>
            <a:r>
              <a:rPr lang="en-IN" dirty="0"/>
              <a:t>ANALYSIS &amp; OUTPUT</a:t>
            </a:r>
          </a:p>
        </p:txBody>
      </p:sp>
    </p:spTree>
    <p:extLst>
      <p:ext uri="{BB962C8B-B14F-4D97-AF65-F5344CB8AC3E}">
        <p14:creationId xmlns:p14="http://schemas.microsoft.com/office/powerpoint/2010/main" val="2261195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40"/>
          <p:cNvSpPr/>
          <p:nvPr/>
        </p:nvSpPr>
        <p:spPr>
          <a:xfrm>
            <a:off x="4805416" y="1940284"/>
            <a:ext cx="3506700" cy="1976400"/>
          </a:xfrm>
          <a:prstGeom prst="roundRect">
            <a:avLst>
              <a:gd name="adj" fmla="val 16983"/>
            </a:avLst>
          </a:prstGeom>
          <a:solidFill>
            <a:srgbClr val="0F1524">
              <a:alpha val="240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8" name="Google Shape;508;p40"/>
          <p:cNvSpPr/>
          <p:nvPr/>
        </p:nvSpPr>
        <p:spPr>
          <a:xfrm>
            <a:off x="4897587" y="2035750"/>
            <a:ext cx="3322200" cy="1785600"/>
          </a:xfrm>
          <a:prstGeom prst="roundRect">
            <a:avLst>
              <a:gd name="adj" fmla="val 15644"/>
            </a:avLst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blurRad="142875" dist="19050" dir="5400000" algn="bl" rotWithShape="0">
              <a:schemeClr val="accent2">
                <a:alpha val="62000"/>
              </a:schemeClr>
            </a:outerShdw>
            <a:reflection stA="37000" endPos="30000" dist="2286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9" name="Google Shape;509;p40"/>
          <p:cNvSpPr/>
          <p:nvPr/>
        </p:nvSpPr>
        <p:spPr>
          <a:xfrm>
            <a:off x="5475675" y="1793800"/>
            <a:ext cx="2166000" cy="4845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700" scaled="0"/>
          </a:gradFill>
          <a:ln>
            <a:noFill/>
          </a:ln>
          <a:effectLst>
            <a:outerShdw blurRad="114300" algn="bl" rotWithShape="0">
              <a:schemeClr val="accen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40"/>
          <p:cNvSpPr/>
          <p:nvPr/>
        </p:nvSpPr>
        <p:spPr>
          <a:xfrm>
            <a:off x="857266" y="1940284"/>
            <a:ext cx="3506700" cy="1976400"/>
          </a:xfrm>
          <a:prstGeom prst="roundRect">
            <a:avLst>
              <a:gd name="adj" fmla="val 16983"/>
            </a:avLst>
          </a:prstGeom>
          <a:solidFill>
            <a:srgbClr val="0F1524">
              <a:alpha val="240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1" name="Google Shape;511;p40"/>
          <p:cNvSpPr/>
          <p:nvPr/>
        </p:nvSpPr>
        <p:spPr>
          <a:xfrm>
            <a:off x="949437" y="2035750"/>
            <a:ext cx="3322200" cy="1785600"/>
          </a:xfrm>
          <a:prstGeom prst="roundRect">
            <a:avLst>
              <a:gd name="adj" fmla="val 15644"/>
            </a:avLst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blurRad="142875" dist="19050" dir="5400000" algn="bl" rotWithShape="0">
              <a:schemeClr val="accent2">
                <a:alpha val="62000"/>
              </a:schemeClr>
            </a:outerShdw>
            <a:reflection stA="37000" endPos="30000" dist="2286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2" name="Google Shape;512;p40"/>
          <p:cNvSpPr/>
          <p:nvPr/>
        </p:nvSpPr>
        <p:spPr>
          <a:xfrm>
            <a:off x="1527525" y="1793800"/>
            <a:ext cx="2166000" cy="4845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700" scaled="0"/>
          </a:gradFill>
          <a:ln>
            <a:noFill/>
          </a:ln>
          <a:effectLst>
            <a:outerShdw blurRad="114300" algn="bl" rotWithShape="0">
              <a:schemeClr val="accen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3" name="Google Shape;513;p40"/>
          <p:cNvSpPr/>
          <p:nvPr/>
        </p:nvSpPr>
        <p:spPr>
          <a:xfrm rot="-2700000">
            <a:off x="201588" y="3127702"/>
            <a:ext cx="751550" cy="751550"/>
          </a:xfrm>
          <a:custGeom>
            <a:avLst/>
            <a:gdLst/>
            <a:ahLst/>
            <a:cxnLst/>
            <a:rect l="l" t="t" r="r" b="b"/>
            <a:pathLst>
              <a:path w="21682" h="21682" extrusionOk="0">
                <a:moveTo>
                  <a:pt x="20384" y="1310"/>
                </a:moveTo>
                <a:lnTo>
                  <a:pt x="20384" y="20384"/>
                </a:lnTo>
                <a:lnTo>
                  <a:pt x="1310" y="20384"/>
                </a:lnTo>
                <a:lnTo>
                  <a:pt x="1310" y="15205"/>
                </a:lnTo>
                <a:lnTo>
                  <a:pt x="14550" y="15205"/>
                </a:lnTo>
                <a:cubicBezTo>
                  <a:pt x="14907" y="15205"/>
                  <a:pt x="15204" y="14907"/>
                  <a:pt x="15204" y="14550"/>
                </a:cubicBezTo>
                <a:lnTo>
                  <a:pt x="15204" y="1310"/>
                </a:lnTo>
                <a:close/>
                <a:moveTo>
                  <a:pt x="14562" y="0"/>
                </a:moveTo>
                <a:cubicBezTo>
                  <a:pt x="14204" y="0"/>
                  <a:pt x="13907" y="298"/>
                  <a:pt x="13907" y="643"/>
                </a:cubicBezTo>
                <a:lnTo>
                  <a:pt x="13907" y="13895"/>
                </a:lnTo>
                <a:lnTo>
                  <a:pt x="655" y="13895"/>
                </a:lnTo>
                <a:cubicBezTo>
                  <a:pt x="298" y="13895"/>
                  <a:pt x="0" y="14193"/>
                  <a:pt x="0" y="14550"/>
                </a:cubicBezTo>
                <a:lnTo>
                  <a:pt x="0" y="21027"/>
                </a:lnTo>
                <a:cubicBezTo>
                  <a:pt x="0" y="21384"/>
                  <a:pt x="298" y="21682"/>
                  <a:pt x="655" y="21682"/>
                </a:cubicBezTo>
                <a:lnTo>
                  <a:pt x="21027" y="21682"/>
                </a:lnTo>
                <a:cubicBezTo>
                  <a:pt x="21384" y="21682"/>
                  <a:pt x="21681" y="21396"/>
                  <a:pt x="21681" y="21027"/>
                </a:cubicBezTo>
                <a:lnTo>
                  <a:pt x="21681" y="643"/>
                </a:lnTo>
                <a:cubicBezTo>
                  <a:pt x="21681" y="298"/>
                  <a:pt x="21384" y="0"/>
                  <a:pt x="2102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142875" algn="bl" rotWithShape="0">
              <a:srgbClr val="4FC1F9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4" name="Google Shape;514;p40"/>
          <p:cNvSpPr/>
          <p:nvPr/>
        </p:nvSpPr>
        <p:spPr>
          <a:xfrm>
            <a:off x="7991497" y="2770815"/>
            <a:ext cx="320626" cy="300554"/>
          </a:xfrm>
          <a:custGeom>
            <a:avLst/>
            <a:gdLst/>
            <a:ahLst/>
            <a:cxnLst/>
            <a:rect l="l" t="t" r="r" b="b"/>
            <a:pathLst>
              <a:path w="9121" h="8550" extrusionOk="0">
                <a:moveTo>
                  <a:pt x="1655" y="0"/>
                </a:moveTo>
                <a:cubicBezTo>
                  <a:pt x="1420" y="0"/>
                  <a:pt x="1190" y="135"/>
                  <a:pt x="1072" y="370"/>
                </a:cubicBezTo>
                <a:cubicBezTo>
                  <a:pt x="1" y="2561"/>
                  <a:pt x="441" y="5180"/>
                  <a:pt x="2144" y="6883"/>
                </a:cubicBezTo>
                <a:cubicBezTo>
                  <a:pt x="3239" y="7990"/>
                  <a:pt x="4680" y="8550"/>
                  <a:pt x="6156" y="8550"/>
                </a:cubicBezTo>
                <a:cubicBezTo>
                  <a:pt x="7013" y="8550"/>
                  <a:pt x="7859" y="8359"/>
                  <a:pt x="8668" y="7954"/>
                </a:cubicBezTo>
                <a:cubicBezTo>
                  <a:pt x="8990" y="7811"/>
                  <a:pt x="9121" y="7418"/>
                  <a:pt x="8966" y="7097"/>
                </a:cubicBezTo>
                <a:cubicBezTo>
                  <a:pt x="8857" y="6862"/>
                  <a:pt x="8634" y="6727"/>
                  <a:pt x="8396" y="6727"/>
                </a:cubicBezTo>
                <a:cubicBezTo>
                  <a:pt x="8297" y="6727"/>
                  <a:pt x="8195" y="6750"/>
                  <a:pt x="8097" y="6799"/>
                </a:cubicBezTo>
                <a:cubicBezTo>
                  <a:pt x="7483" y="7099"/>
                  <a:pt x="6824" y="7245"/>
                  <a:pt x="6170" y="7245"/>
                </a:cubicBezTo>
                <a:cubicBezTo>
                  <a:pt x="5033" y="7245"/>
                  <a:pt x="3911" y="6805"/>
                  <a:pt x="3072" y="5966"/>
                </a:cubicBezTo>
                <a:cubicBezTo>
                  <a:pt x="1751" y="4644"/>
                  <a:pt x="1405" y="2620"/>
                  <a:pt x="2239" y="930"/>
                </a:cubicBezTo>
                <a:cubicBezTo>
                  <a:pt x="2394" y="620"/>
                  <a:pt x="2263" y="239"/>
                  <a:pt x="1941" y="72"/>
                </a:cubicBezTo>
                <a:cubicBezTo>
                  <a:pt x="1850" y="23"/>
                  <a:pt x="1752" y="0"/>
                  <a:pt x="165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142875" algn="bl" rotWithShape="0">
              <a:schemeClr val="accent3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p40"/>
          <p:cNvSpPr/>
          <p:nvPr/>
        </p:nvSpPr>
        <p:spPr>
          <a:xfrm rot="-1865488">
            <a:off x="4354750" y="1379008"/>
            <a:ext cx="459709" cy="766105"/>
          </a:xfrm>
          <a:custGeom>
            <a:avLst/>
            <a:gdLst/>
            <a:ahLst/>
            <a:cxnLst/>
            <a:rect l="l" t="t" r="r" b="b"/>
            <a:pathLst>
              <a:path w="18385" h="30636" extrusionOk="0">
                <a:moveTo>
                  <a:pt x="9645" y="2692"/>
                </a:moveTo>
                <a:lnTo>
                  <a:pt x="16598" y="14669"/>
                </a:lnTo>
                <a:lnTo>
                  <a:pt x="8466" y="14669"/>
                </a:lnTo>
                <a:lnTo>
                  <a:pt x="9371" y="5454"/>
                </a:lnTo>
                <a:lnTo>
                  <a:pt x="9645" y="2692"/>
                </a:lnTo>
                <a:close/>
                <a:moveTo>
                  <a:pt x="8264" y="3537"/>
                </a:moveTo>
                <a:lnTo>
                  <a:pt x="8026" y="5990"/>
                </a:lnTo>
                <a:lnTo>
                  <a:pt x="7180" y="14681"/>
                </a:lnTo>
                <a:lnTo>
                  <a:pt x="1799" y="14681"/>
                </a:lnTo>
                <a:lnTo>
                  <a:pt x="8264" y="3537"/>
                </a:lnTo>
                <a:close/>
                <a:moveTo>
                  <a:pt x="7180" y="15979"/>
                </a:moveTo>
                <a:lnTo>
                  <a:pt x="8026" y="24671"/>
                </a:lnTo>
                <a:lnTo>
                  <a:pt x="8264" y="27123"/>
                </a:lnTo>
                <a:lnTo>
                  <a:pt x="1799" y="15979"/>
                </a:lnTo>
                <a:close/>
                <a:moveTo>
                  <a:pt x="16598" y="15979"/>
                </a:moveTo>
                <a:lnTo>
                  <a:pt x="9645" y="27957"/>
                </a:lnTo>
                <a:lnTo>
                  <a:pt x="9383" y="25194"/>
                </a:lnTo>
                <a:lnTo>
                  <a:pt x="8466" y="15979"/>
                </a:lnTo>
                <a:close/>
                <a:moveTo>
                  <a:pt x="9050" y="1"/>
                </a:moveTo>
                <a:cubicBezTo>
                  <a:pt x="9038" y="1"/>
                  <a:pt x="9014" y="13"/>
                  <a:pt x="9002" y="13"/>
                </a:cubicBezTo>
                <a:cubicBezTo>
                  <a:pt x="8978" y="25"/>
                  <a:pt x="8942" y="25"/>
                  <a:pt x="8919" y="37"/>
                </a:cubicBezTo>
                <a:cubicBezTo>
                  <a:pt x="8883" y="60"/>
                  <a:pt x="8859" y="72"/>
                  <a:pt x="8811" y="96"/>
                </a:cubicBezTo>
                <a:cubicBezTo>
                  <a:pt x="8776" y="120"/>
                  <a:pt x="8764" y="132"/>
                  <a:pt x="8740" y="156"/>
                </a:cubicBezTo>
                <a:cubicBezTo>
                  <a:pt x="8704" y="191"/>
                  <a:pt x="8680" y="215"/>
                  <a:pt x="8669" y="251"/>
                </a:cubicBezTo>
                <a:lnTo>
                  <a:pt x="8621" y="298"/>
                </a:lnTo>
                <a:lnTo>
                  <a:pt x="96" y="15003"/>
                </a:lnTo>
                <a:cubicBezTo>
                  <a:pt x="72" y="15015"/>
                  <a:pt x="72" y="15026"/>
                  <a:pt x="72" y="15038"/>
                </a:cubicBezTo>
                <a:cubicBezTo>
                  <a:pt x="60" y="15074"/>
                  <a:pt x="48" y="15122"/>
                  <a:pt x="37" y="15146"/>
                </a:cubicBezTo>
                <a:cubicBezTo>
                  <a:pt x="37" y="15181"/>
                  <a:pt x="37" y="15193"/>
                  <a:pt x="13" y="15217"/>
                </a:cubicBezTo>
                <a:cubicBezTo>
                  <a:pt x="13" y="15253"/>
                  <a:pt x="1" y="15277"/>
                  <a:pt x="1" y="15312"/>
                </a:cubicBezTo>
                <a:cubicBezTo>
                  <a:pt x="1" y="15336"/>
                  <a:pt x="13" y="15372"/>
                  <a:pt x="13" y="15396"/>
                </a:cubicBezTo>
                <a:cubicBezTo>
                  <a:pt x="13" y="15431"/>
                  <a:pt x="13" y="15443"/>
                  <a:pt x="37" y="15479"/>
                </a:cubicBezTo>
                <a:cubicBezTo>
                  <a:pt x="48" y="15515"/>
                  <a:pt x="60" y="15550"/>
                  <a:pt x="72" y="15574"/>
                </a:cubicBezTo>
                <a:cubicBezTo>
                  <a:pt x="72" y="15598"/>
                  <a:pt x="96" y="15610"/>
                  <a:pt x="96" y="15622"/>
                </a:cubicBezTo>
                <a:lnTo>
                  <a:pt x="8621" y="30326"/>
                </a:lnTo>
                <a:cubicBezTo>
                  <a:pt x="8633" y="30362"/>
                  <a:pt x="8645" y="30374"/>
                  <a:pt x="8669" y="30386"/>
                </a:cubicBezTo>
                <a:lnTo>
                  <a:pt x="8704" y="30433"/>
                </a:lnTo>
                <a:cubicBezTo>
                  <a:pt x="8740" y="30481"/>
                  <a:pt x="8776" y="30505"/>
                  <a:pt x="8823" y="30540"/>
                </a:cubicBezTo>
                <a:cubicBezTo>
                  <a:pt x="8835" y="30540"/>
                  <a:pt x="8835" y="30552"/>
                  <a:pt x="8859" y="30552"/>
                </a:cubicBezTo>
                <a:cubicBezTo>
                  <a:pt x="8919" y="30576"/>
                  <a:pt x="8978" y="30612"/>
                  <a:pt x="9038" y="30624"/>
                </a:cubicBezTo>
                <a:lnTo>
                  <a:pt x="9050" y="30624"/>
                </a:lnTo>
                <a:cubicBezTo>
                  <a:pt x="9097" y="30636"/>
                  <a:pt x="9133" y="30636"/>
                  <a:pt x="9181" y="30636"/>
                </a:cubicBezTo>
                <a:cubicBezTo>
                  <a:pt x="9240" y="30636"/>
                  <a:pt x="9300" y="30624"/>
                  <a:pt x="9359" y="30612"/>
                </a:cubicBezTo>
                <a:lnTo>
                  <a:pt x="9371" y="30612"/>
                </a:lnTo>
                <a:cubicBezTo>
                  <a:pt x="9395" y="30612"/>
                  <a:pt x="9395" y="30600"/>
                  <a:pt x="9407" y="30600"/>
                </a:cubicBezTo>
                <a:cubicBezTo>
                  <a:pt x="9454" y="30576"/>
                  <a:pt x="9490" y="30552"/>
                  <a:pt x="9538" y="30516"/>
                </a:cubicBezTo>
                <a:lnTo>
                  <a:pt x="9585" y="30481"/>
                </a:lnTo>
                <a:cubicBezTo>
                  <a:pt x="9621" y="30445"/>
                  <a:pt x="9657" y="30421"/>
                  <a:pt x="9693" y="30374"/>
                </a:cubicBezTo>
                <a:cubicBezTo>
                  <a:pt x="9704" y="30362"/>
                  <a:pt x="9716" y="30338"/>
                  <a:pt x="9716" y="30326"/>
                </a:cubicBezTo>
                <a:cubicBezTo>
                  <a:pt x="9752" y="30362"/>
                  <a:pt x="9752" y="30362"/>
                  <a:pt x="9764" y="30362"/>
                </a:cubicBezTo>
                <a:lnTo>
                  <a:pt x="18289" y="15658"/>
                </a:lnTo>
                <a:cubicBezTo>
                  <a:pt x="18301" y="15634"/>
                  <a:pt x="18301" y="15622"/>
                  <a:pt x="18301" y="15610"/>
                </a:cubicBezTo>
                <a:cubicBezTo>
                  <a:pt x="18325" y="15574"/>
                  <a:pt x="18336" y="15527"/>
                  <a:pt x="18348" y="15503"/>
                </a:cubicBezTo>
                <a:cubicBezTo>
                  <a:pt x="18348" y="15479"/>
                  <a:pt x="18348" y="15455"/>
                  <a:pt x="18360" y="15431"/>
                </a:cubicBezTo>
                <a:cubicBezTo>
                  <a:pt x="18360" y="15396"/>
                  <a:pt x="18384" y="15372"/>
                  <a:pt x="18384" y="15336"/>
                </a:cubicBezTo>
                <a:cubicBezTo>
                  <a:pt x="18384" y="15312"/>
                  <a:pt x="18360" y="15277"/>
                  <a:pt x="18360" y="15253"/>
                </a:cubicBezTo>
                <a:cubicBezTo>
                  <a:pt x="18360" y="15217"/>
                  <a:pt x="18360" y="15205"/>
                  <a:pt x="18348" y="15181"/>
                </a:cubicBezTo>
                <a:cubicBezTo>
                  <a:pt x="18336" y="15134"/>
                  <a:pt x="18325" y="15098"/>
                  <a:pt x="18301" y="15074"/>
                </a:cubicBezTo>
                <a:cubicBezTo>
                  <a:pt x="18301" y="15062"/>
                  <a:pt x="18289" y="15038"/>
                  <a:pt x="18289" y="15026"/>
                </a:cubicBezTo>
                <a:lnTo>
                  <a:pt x="9764" y="322"/>
                </a:lnTo>
                <a:lnTo>
                  <a:pt x="9752" y="310"/>
                </a:lnTo>
                <a:cubicBezTo>
                  <a:pt x="9740" y="275"/>
                  <a:pt x="9704" y="263"/>
                  <a:pt x="9693" y="239"/>
                </a:cubicBezTo>
                <a:cubicBezTo>
                  <a:pt x="9657" y="203"/>
                  <a:pt x="9645" y="179"/>
                  <a:pt x="9621" y="144"/>
                </a:cubicBezTo>
                <a:cubicBezTo>
                  <a:pt x="9597" y="132"/>
                  <a:pt x="9573" y="120"/>
                  <a:pt x="9538" y="96"/>
                </a:cubicBezTo>
                <a:cubicBezTo>
                  <a:pt x="9514" y="72"/>
                  <a:pt x="9466" y="60"/>
                  <a:pt x="9419" y="37"/>
                </a:cubicBezTo>
                <a:cubicBezTo>
                  <a:pt x="9407" y="37"/>
                  <a:pt x="9407" y="25"/>
                  <a:pt x="9395" y="25"/>
                </a:cubicBezTo>
                <a:cubicBezTo>
                  <a:pt x="9383" y="25"/>
                  <a:pt x="9347" y="25"/>
                  <a:pt x="9335" y="13"/>
                </a:cubicBezTo>
                <a:cubicBezTo>
                  <a:pt x="9288" y="1"/>
                  <a:pt x="9264" y="1"/>
                  <a:pt x="9216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114300" algn="bl" rotWithShape="0">
              <a:schemeClr val="accent3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" name="Google Shape;516;p40"/>
          <p:cNvSpPr/>
          <p:nvPr/>
        </p:nvSpPr>
        <p:spPr>
          <a:xfrm flipH="1">
            <a:off x="3727748" y="4181269"/>
            <a:ext cx="152700" cy="152100"/>
          </a:xfrm>
          <a:prstGeom prst="ellipse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algn="bl" rotWithShape="0">
              <a:schemeClr val="l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40"/>
          <p:cNvSpPr txBox="1">
            <a:spLocks noGrp="1"/>
          </p:cNvSpPr>
          <p:nvPr>
            <p:ph type="title"/>
          </p:nvPr>
        </p:nvSpPr>
        <p:spPr>
          <a:xfrm>
            <a:off x="713100" y="445025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18" name="Google Shape;518;p40"/>
          <p:cNvSpPr txBox="1">
            <a:spLocks noGrp="1"/>
          </p:cNvSpPr>
          <p:nvPr>
            <p:ph type="subTitle" idx="1"/>
          </p:nvPr>
        </p:nvSpPr>
        <p:spPr>
          <a:xfrm>
            <a:off x="1931025" y="1793800"/>
            <a:ext cx="13626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THEM</a:t>
            </a:r>
            <a:endParaRPr/>
          </a:p>
        </p:txBody>
      </p:sp>
      <p:sp>
        <p:nvSpPr>
          <p:cNvPr id="519" name="Google Shape;519;p40"/>
          <p:cNvSpPr txBox="1">
            <a:spLocks noGrp="1"/>
          </p:cNvSpPr>
          <p:nvPr>
            <p:ph type="subTitle" idx="2"/>
          </p:nvPr>
        </p:nvSpPr>
        <p:spPr>
          <a:xfrm>
            <a:off x="1224687" y="2421850"/>
            <a:ext cx="2770500" cy="117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Mercury is the closest planet to the Sun and it’s also the smallest one in the Solar System</a:t>
            </a:r>
            <a:endParaRPr/>
          </a:p>
        </p:txBody>
      </p:sp>
      <p:sp>
        <p:nvSpPr>
          <p:cNvPr id="520" name="Google Shape;520;p40"/>
          <p:cNvSpPr txBox="1">
            <a:spLocks noGrp="1"/>
          </p:cNvSpPr>
          <p:nvPr>
            <p:ph type="subTitle" idx="3"/>
          </p:nvPr>
        </p:nvSpPr>
        <p:spPr>
          <a:xfrm>
            <a:off x="5875575" y="1793800"/>
            <a:ext cx="13626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US</a:t>
            </a:r>
            <a:endParaRPr/>
          </a:p>
        </p:txBody>
      </p:sp>
      <p:sp>
        <p:nvSpPr>
          <p:cNvPr id="521" name="Google Shape;521;p40"/>
          <p:cNvSpPr txBox="1">
            <a:spLocks noGrp="1"/>
          </p:cNvSpPr>
          <p:nvPr>
            <p:ph type="subTitle" idx="4"/>
          </p:nvPr>
        </p:nvSpPr>
        <p:spPr>
          <a:xfrm>
            <a:off x="5174037" y="2421850"/>
            <a:ext cx="2770500" cy="117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Venus has a beautiful name and is the second planet from the Sun. It’s hotter than Mercury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19FD426-EB57-93B0-458B-F175E51C4A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239" y="282473"/>
            <a:ext cx="7938313" cy="422856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6">
          <a:extLst>
            <a:ext uri="{FF2B5EF4-FFF2-40B4-BE49-F238E27FC236}">
              <a16:creationId xmlns:a16="http://schemas.microsoft.com/office/drawing/2014/main" id="{AC4BB575-8C85-83C2-DCC9-F4EF65EF5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40">
            <a:extLst>
              <a:ext uri="{FF2B5EF4-FFF2-40B4-BE49-F238E27FC236}">
                <a16:creationId xmlns:a16="http://schemas.microsoft.com/office/drawing/2014/main" id="{86F4EA29-9215-5262-62C7-F4CA4A39327C}"/>
              </a:ext>
            </a:extLst>
          </p:cNvPr>
          <p:cNvSpPr/>
          <p:nvPr/>
        </p:nvSpPr>
        <p:spPr>
          <a:xfrm>
            <a:off x="4805416" y="1940284"/>
            <a:ext cx="3506700" cy="1976400"/>
          </a:xfrm>
          <a:prstGeom prst="roundRect">
            <a:avLst>
              <a:gd name="adj" fmla="val 16983"/>
            </a:avLst>
          </a:prstGeom>
          <a:solidFill>
            <a:srgbClr val="0F1524">
              <a:alpha val="240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8" name="Google Shape;508;p40">
            <a:extLst>
              <a:ext uri="{FF2B5EF4-FFF2-40B4-BE49-F238E27FC236}">
                <a16:creationId xmlns:a16="http://schemas.microsoft.com/office/drawing/2014/main" id="{3DD9B65F-A5A1-E595-CCE1-38C32ADD5B12}"/>
              </a:ext>
            </a:extLst>
          </p:cNvPr>
          <p:cNvSpPr/>
          <p:nvPr/>
        </p:nvSpPr>
        <p:spPr>
          <a:xfrm>
            <a:off x="4897587" y="2035750"/>
            <a:ext cx="3322200" cy="1785600"/>
          </a:xfrm>
          <a:prstGeom prst="roundRect">
            <a:avLst>
              <a:gd name="adj" fmla="val 15644"/>
            </a:avLst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blurRad="142875" dist="19050" dir="5400000" algn="bl" rotWithShape="0">
              <a:schemeClr val="accent2">
                <a:alpha val="62000"/>
              </a:schemeClr>
            </a:outerShdw>
            <a:reflection stA="37000" endPos="30000" dist="2286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9" name="Google Shape;509;p40">
            <a:extLst>
              <a:ext uri="{FF2B5EF4-FFF2-40B4-BE49-F238E27FC236}">
                <a16:creationId xmlns:a16="http://schemas.microsoft.com/office/drawing/2014/main" id="{97421EB3-4845-1E77-AB00-828A007C2672}"/>
              </a:ext>
            </a:extLst>
          </p:cNvPr>
          <p:cNvSpPr/>
          <p:nvPr/>
        </p:nvSpPr>
        <p:spPr>
          <a:xfrm>
            <a:off x="5475675" y="1793800"/>
            <a:ext cx="2166000" cy="4845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700" scaled="0"/>
          </a:gradFill>
          <a:ln>
            <a:noFill/>
          </a:ln>
          <a:effectLst>
            <a:outerShdw blurRad="114300" algn="bl" rotWithShape="0">
              <a:schemeClr val="accen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40">
            <a:extLst>
              <a:ext uri="{FF2B5EF4-FFF2-40B4-BE49-F238E27FC236}">
                <a16:creationId xmlns:a16="http://schemas.microsoft.com/office/drawing/2014/main" id="{120CF606-792A-A33D-6CE6-C7BE5EE054E4}"/>
              </a:ext>
            </a:extLst>
          </p:cNvPr>
          <p:cNvSpPr/>
          <p:nvPr/>
        </p:nvSpPr>
        <p:spPr>
          <a:xfrm>
            <a:off x="857266" y="1940284"/>
            <a:ext cx="3506700" cy="1976400"/>
          </a:xfrm>
          <a:prstGeom prst="roundRect">
            <a:avLst>
              <a:gd name="adj" fmla="val 16983"/>
            </a:avLst>
          </a:prstGeom>
          <a:solidFill>
            <a:srgbClr val="0F1524">
              <a:alpha val="240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1" name="Google Shape;511;p40">
            <a:extLst>
              <a:ext uri="{FF2B5EF4-FFF2-40B4-BE49-F238E27FC236}">
                <a16:creationId xmlns:a16="http://schemas.microsoft.com/office/drawing/2014/main" id="{187C4059-011A-2105-BAC2-47051D6BB8FB}"/>
              </a:ext>
            </a:extLst>
          </p:cNvPr>
          <p:cNvSpPr/>
          <p:nvPr/>
        </p:nvSpPr>
        <p:spPr>
          <a:xfrm>
            <a:off x="949437" y="2035750"/>
            <a:ext cx="3322200" cy="1785600"/>
          </a:xfrm>
          <a:prstGeom prst="roundRect">
            <a:avLst>
              <a:gd name="adj" fmla="val 15644"/>
            </a:avLst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blurRad="142875" dist="19050" dir="5400000" algn="bl" rotWithShape="0">
              <a:schemeClr val="accent2">
                <a:alpha val="62000"/>
              </a:schemeClr>
            </a:outerShdw>
            <a:reflection stA="37000" endPos="30000" dist="2286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2" name="Google Shape;512;p40">
            <a:extLst>
              <a:ext uri="{FF2B5EF4-FFF2-40B4-BE49-F238E27FC236}">
                <a16:creationId xmlns:a16="http://schemas.microsoft.com/office/drawing/2014/main" id="{EE6DE04D-BD69-FCC8-0120-B183225EEA96}"/>
              </a:ext>
            </a:extLst>
          </p:cNvPr>
          <p:cNvSpPr/>
          <p:nvPr/>
        </p:nvSpPr>
        <p:spPr>
          <a:xfrm>
            <a:off x="1527525" y="1793800"/>
            <a:ext cx="2166000" cy="4845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700" scaled="0"/>
          </a:gradFill>
          <a:ln>
            <a:noFill/>
          </a:ln>
          <a:effectLst>
            <a:outerShdw blurRad="114300" algn="bl" rotWithShape="0">
              <a:schemeClr val="accen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3" name="Google Shape;513;p40">
            <a:extLst>
              <a:ext uri="{FF2B5EF4-FFF2-40B4-BE49-F238E27FC236}">
                <a16:creationId xmlns:a16="http://schemas.microsoft.com/office/drawing/2014/main" id="{DA9DFB0C-191E-B669-5D36-392026C6031F}"/>
              </a:ext>
            </a:extLst>
          </p:cNvPr>
          <p:cNvSpPr/>
          <p:nvPr/>
        </p:nvSpPr>
        <p:spPr>
          <a:xfrm rot="-2700000">
            <a:off x="201588" y="3127702"/>
            <a:ext cx="751550" cy="751550"/>
          </a:xfrm>
          <a:custGeom>
            <a:avLst/>
            <a:gdLst/>
            <a:ahLst/>
            <a:cxnLst/>
            <a:rect l="l" t="t" r="r" b="b"/>
            <a:pathLst>
              <a:path w="21682" h="21682" extrusionOk="0">
                <a:moveTo>
                  <a:pt x="20384" y="1310"/>
                </a:moveTo>
                <a:lnTo>
                  <a:pt x="20384" y="20384"/>
                </a:lnTo>
                <a:lnTo>
                  <a:pt x="1310" y="20384"/>
                </a:lnTo>
                <a:lnTo>
                  <a:pt x="1310" y="15205"/>
                </a:lnTo>
                <a:lnTo>
                  <a:pt x="14550" y="15205"/>
                </a:lnTo>
                <a:cubicBezTo>
                  <a:pt x="14907" y="15205"/>
                  <a:pt x="15204" y="14907"/>
                  <a:pt x="15204" y="14550"/>
                </a:cubicBezTo>
                <a:lnTo>
                  <a:pt x="15204" y="1310"/>
                </a:lnTo>
                <a:close/>
                <a:moveTo>
                  <a:pt x="14562" y="0"/>
                </a:moveTo>
                <a:cubicBezTo>
                  <a:pt x="14204" y="0"/>
                  <a:pt x="13907" y="298"/>
                  <a:pt x="13907" y="643"/>
                </a:cubicBezTo>
                <a:lnTo>
                  <a:pt x="13907" y="13895"/>
                </a:lnTo>
                <a:lnTo>
                  <a:pt x="655" y="13895"/>
                </a:lnTo>
                <a:cubicBezTo>
                  <a:pt x="298" y="13895"/>
                  <a:pt x="0" y="14193"/>
                  <a:pt x="0" y="14550"/>
                </a:cubicBezTo>
                <a:lnTo>
                  <a:pt x="0" y="21027"/>
                </a:lnTo>
                <a:cubicBezTo>
                  <a:pt x="0" y="21384"/>
                  <a:pt x="298" y="21682"/>
                  <a:pt x="655" y="21682"/>
                </a:cubicBezTo>
                <a:lnTo>
                  <a:pt x="21027" y="21682"/>
                </a:lnTo>
                <a:cubicBezTo>
                  <a:pt x="21384" y="21682"/>
                  <a:pt x="21681" y="21396"/>
                  <a:pt x="21681" y="21027"/>
                </a:cubicBezTo>
                <a:lnTo>
                  <a:pt x="21681" y="643"/>
                </a:lnTo>
                <a:cubicBezTo>
                  <a:pt x="21681" y="298"/>
                  <a:pt x="21384" y="0"/>
                  <a:pt x="2102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142875" algn="bl" rotWithShape="0">
              <a:srgbClr val="4FC1F9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4" name="Google Shape;514;p40">
            <a:extLst>
              <a:ext uri="{FF2B5EF4-FFF2-40B4-BE49-F238E27FC236}">
                <a16:creationId xmlns:a16="http://schemas.microsoft.com/office/drawing/2014/main" id="{DFE7B90A-D722-4A5C-D903-796EF418FCC6}"/>
              </a:ext>
            </a:extLst>
          </p:cNvPr>
          <p:cNvSpPr/>
          <p:nvPr/>
        </p:nvSpPr>
        <p:spPr>
          <a:xfrm>
            <a:off x="7991497" y="2770815"/>
            <a:ext cx="320626" cy="300554"/>
          </a:xfrm>
          <a:custGeom>
            <a:avLst/>
            <a:gdLst/>
            <a:ahLst/>
            <a:cxnLst/>
            <a:rect l="l" t="t" r="r" b="b"/>
            <a:pathLst>
              <a:path w="9121" h="8550" extrusionOk="0">
                <a:moveTo>
                  <a:pt x="1655" y="0"/>
                </a:moveTo>
                <a:cubicBezTo>
                  <a:pt x="1420" y="0"/>
                  <a:pt x="1190" y="135"/>
                  <a:pt x="1072" y="370"/>
                </a:cubicBezTo>
                <a:cubicBezTo>
                  <a:pt x="1" y="2561"/>
                  <a:pt x="441" y="5180"/>
                  <a:pt x="2144" y="6883"/>
                </a:cubicBezTo>
                <a:cubicBezTo>
                  <a:pt x="3239" y="7990"/>
                  <a:pt x="4680" y="8550"/>
                  <a:pt x="6156" y="8550"/>
                </a:cubicBezTo>
                <a:cubicBezTo>
                  <a:pt x="7013" y="8550"/>
                  <a:pt x="7859" y="8359"/>
                  <a:pt x="8668" y="7954"/>
                </a:cubicBezTo>
                <a:cubicBezTo>
                  <a:pt x="8990" y="7811"/>
                  <a:pt x="9121" y="7418"/>
                  <a:pt x="8966" y="7097"/>
                </a:cubicBezTo>
                <a:cubicBezTo>
                  <a:pt x="8857" y="6862"/>
                  <a:pt x="8634" y="6727"/>
                  <a:pt x="8396" y="6727"/>
                </a:cubicBezTo>
                <a:cubicBezTo>
                  <a:pt x="8297" y="6727"/>
                  <a:pt x="8195" y="6750"/>
                  <a:pt x="8097" y="6799"/>
                </a:cubicBezTo>
                <a:cubicBezTo>
                  <a:pt x="7483" y="7099"/>
                  <a:pt x="6824" y="7245"/>
                  <a:pt x="6170" y="7245"/>
                </a:cubicBezTo>
                <a:cubicBezTo>
                  <a:pt x="5033" y="7245"/>
                  <a:pt x="3911" y="6805"/>
                  <a:pt x="3072" y="5966"/>
                </a:cubicBezTo>
                <a:cubicBezTo>
                  <a:pt x="1751" y="4644"/>
                  <a:pt x="1405" y="2620"/>
                  <a:pt x="2239" y="930"/>
                </a:cubicBezTo>
                <a:cubicBezTo>
                  <a:pt x="2394" y="620"/>
                  <a:pt x="2263" y="239"/>
                  <a:pt x="1941" y="72"/>
                </a:cubicBezTo>
                <a:cubicBezTo>
                  <a:pt x="1850" y="23"/>
                  <a:pt x="1752" y="0"/>
                  <a:pt x="165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142875" algn="bl" rotWithShape="0">
              <a:schemeClr val="accent3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p40">
            <a:extLst>
              <a:ext uri="{FF2B5EF4-FFF2-40B4-BE49-F238E27FC236}">
                <a16:creationId xmlns:a16="http://schemas.microsoft.com/office/drawing/2014/main" id="{6DAFCD92-A5D8-6E07-87B7-6F849D92760E}"/>
              </a:ext>
            </a:extLst>
          </p:cNvPr>
          <p:cNvSpPr/>
          <p:nvPr/>
        </p:nvSpPr>
        <p:spPr>
          <a:xfrm rot="-1865488">
            <a:off x="4354750" y="1379008"/>
            <a:ext cx="459709" cy="766105"/>
          </a:xfrm>
          <a:custGeom>
            <a:avLst/>
            <a:gdLst/>
            <a:ahLst/>
            <a:cxnLst/>
            <a:rect l="l" t="t" r="r" b="b"/>
            <a:pathLst>
              <a:path w="18385" h="30636" extrusionOk="0">
                <a:moveTo>
                  <a:pt x="9645" y="2692"/>
                </a:moveTo>
                <a:lnTo>
                  <a:pt x="16598" y="14669"/>
                </a:lnTo>
                <a:lnTo>
                  <a:pt x="8466" y="14669"/>
                </a:lnTo>
                <a:lnTo>
                  <a:pt x="9371" y="5454"/>
                </a:lnTo>
                <a:lnTo>
                  <a:pt x="9645" y="2692"/>
                </a:lnTo>
                <a:close/>
                <a:moveTo>
                  <a:pt x="8264" y="3537"/>
                </a:moveTo>
                <a:lnTo>
                  <a:pt x="8026" y="5990"/>
                </a:lnTo>
                <a:lnTo>
                  <a:pt x="7180" y="14681"/>
                </a:lnTo>
                <a:lnTo>
                  <a:pt x="1799" y="14681"/>
                </a:lnTo>
                <a:lnTo>
                  <a:pt x="8264" y="3537"/>
                </a:lnTo>
                <a:close/>
                <a:moveTo>
                  <a:pt x="7180" y="15979"/>
                </a:moveTo>
                <a:lnTo>
                  <a:pt x="8026" y="24671"/>
                </a:lnTo>
                <a:lnTo>
                  <a:pt x="8264" y="27123"/>
                </a:lnTo>
                <a:lnTo>
                  <a:pt x="1799" y="15979"/>
                </a:lnTo>
                <a:close/>
                <a:moveTo>
                  <a:pt x="16598" y="15979"/>
                </a:moveTo>
                <a:lnTo>
                  <a:pt x="9645" y="27957"/>
                </a:lnTo>
                <a:lnTo>
                  <a:pt x="9383" y="25194"/>
                </a:lnTo>
                <a:lnTo>
                  <a:pt x="8466" y="15979"/>
                </a:lnTo>
                <a:close/>
                <a:moveTo>
                  <a:pt x="9050" y="1"/>
                </a:moveTo>
                <a:cubicBezTo>
                  <a:pt x="9038" y="1"/>
                  <a:pt x="9014" y="13"/>
                  <a:pt x="9002" y="13"/>
                </a:cubicBezTo>
                <a:cubicBezTo>
                  <a:pt x="8978" y="25"/>
                  <a:pt x="8942" y="25"/>
                  <a:pt x="8919" y="37"/>
                </a:cubicBezTo>
                <a:cubicBezTo>
                  <a:pt x="8883" y="60"/>
                  <a:pt x="8859" y="72"/>
                  <a:pt x="8811" y="96"/>
                </a:cubicBezTo>
                <a:cubicBezTo>
                  <a:pt x="8776" y="120"/>
                  <a:pt x="8764" y="132"/>
                  <a:pt x="8740" y="156"/>
                </a:cubicBezTo>
                <a:cubicBezTo>
                  <a:pt x="8704" y="191"/>
                  <a:pt x="8680" y="215"/>
                  <a:pt x="8669" y="251"/>
                </a:cubicBezTo>
                <a:lnTo>
                  <a:pt x="8621" y="298"/>
                </a:lnTo>
                <a:lnTo>
                  <a:pt x="96" y="15003"/>
                </a:lnTo>
                <a:cubicBezTo>
                  <a:pt x="72" y="15015"/>
                  <a:pt x="72" y="15026"/>
                  <a:pt x="72" y="15038"/>
                </a:cubicBezTo>
                <a:cubicBezTo>
                  <a:pt x="60" y="15074"/>
                  <a:pt x="48" y="15122"/>
                  <a:pt x="37" y="15146"/>
                </a:cubicBezTo>
                <a:cubicBezTo>
                  <a:pt x="37" y="15181"/>
                  <a:pt x="37" y="15193"/>
                  <a:pt x="13" y="15217"/>
                </a:cubicBezTo>
                <a:cubicBezTo>
                  <a:pt x="13" y="15253"/>
                  <a:pt x="1" y="15277"/>
                  <a:pt x="1" y="15312"/>
                </a:cubicBezTo>
                <a:cubicBezTo>
                  <a:pt x="1" y="15336"/>
                  <a:pt x="13" y="15372"/>
                  <a:pt x="13" y="15396"/>
                </a:cubicBezTo>
                <a:cubicBezTo>
                  <a:pt x="13" y="15431"/>
                  <a:pt x="13" y="15443"/>
                  <a:pt x="37" y="15479"/>
                </a:cubicBezTo>
                <a:cubicBezTo>
                  <a:pt x="48" y="15515"/>
                  <a:pt x="60" y="15550"/>
                  <a:pt x="72" y="15574"/>
                </a:cubicBezTo>
                <a:cubicBezTo>
                  <a:pt x="72" y="15598"/>
                  <a:pt x="96" y="15610"/>
                  <a:pt x="96" y="15622"/>
                </a:cubicBezTo>
                <a:lnTo>
                  <a:pt x="8621" y="30326"/>
                </a:lnTo>
                <a:cubicBezTo>
                  <a:pt x="8633" y="30362"/>
                  <a:pt x="8645" y="30374"/>
                  <a:pt x="8669" y="30386"/>
                </a:cubicBezTo>
                <a:lnTo>
                  <a:pt x="8704" y="30433"/>
                </a:lnTo>
                <a:cubicBezTo>
                  <a:pt x="8740" y="30481"/>
                  <a:pt x="8776" y="30505"/>
                  <a:pt x="8823" y="30540"/>
                </a:cubicBezTo>
                <a:cubicBezTo>
                  <a:pt x="8835" y="30540"/>
                  <a:pt x="8835" y="30552"/>
                  <a:pt x="8859" y="30552"/>
                </a:cubicBezTo>
                <a:cubicBezTo>
                  <a:pt x="8919" y="30576"/>
                  <a:pt x="8978" y="30612"/>
                  <a:pt x="9038" y="30624"/>
                </a:cubicBezTo>
                <a:lnTo>
                  <a:pt x="9050" y="30624"/>
                </a:lnTo>
                <a:cubicBezTo>
                  <a:pt x="9097" y="30636"/>
                  <a:pt x="9133" y="30636"/>
                  <a:pt x="9181" y="30636"/>
                </a:cubicBezTo>
                <a:cubicBezTo>
                  <a:pt x="9240" y="30636"/>
                  <a:pt x="9300" y="30624"/>
                  <a:pt x="9359" y="30612"/>
                </a:cubicBezTo>
                <a:lnTo>
                  <a:pt x="9371" y="30612"/>
                </a:lnTo>
                <a:cubicBezTo>
                  <a:pt x="9395" y="30612"/>
                  <a:pt x="9395" y="30600"/>
                  <a:pt x="9407" y="30600"/>
                </a:cubicBezTo>
                <a:cubicBezTo>
                  <a:pt x="9454" y="30576"/>
                  <a:pt x="9490" y="30552"/>
                  <a:pt x="9538" y="30516"/>
                </a:cubicBezTo>
                <a:lnTo>
                  <a:pt x="9585" y="30481"/>
                </a:lnTo>
                <a:cubicBezTo>
                  <a:pt x="9621" y="30445"/>
                  <a:pt x="9657" y="30421"/>
                  <a:pt x="9693" y="30374"/>
                </a:cubicBezTo>
                <a:cubicBezTo>
                  <a:pt x="9704" y="30362"/>
                  <a:pt x="9716" y="30338"/>
                  <a:pt x="9716" y="30326"/>
                </a:cubicBezTo>
                <a:cubicBezTo>
                  <a:pt x="9752" y="30362"/>
                  <a:pt x="9752" y="30362"/>
                  <a:pt x="9764" y="30362"/>
                </a:cubicBezTo>
                <a:lnTo>
                  <a:pt x="18289" y="15658"/>
                </a:lnTo>
                <a:cubicBezTo>
                  <a:pt x="18301" y="15634"/>
                  <a:pt x="18301" y="15622"/>
                  <a:pt x="18301" y="15610"/>
                </a:cubicBezTo>
                <a:cubicBezTo>
                  <a:pt x="18325" y="15574"/>
                  <a:pt x="18336" y="15527"/>
                  <a:pt x="18348" y="15503"/>
                </a:cubicBezTo>
                <a:cubicBezTo>
                  <a:pt x="18348" y="15479"/>
                  <a:pt x="18348" y="15455"/>
                  <a:pt x="18360" y="15431"/>
                </a:cubicBezTo>
                <a:cubicBezTo>
                  <a:pt x="18360" y="15396"/>
                  <a:pt x="18384" y="15372"/>
                  <a:pt x="18384" y="15336"/>
                </a:cubicBezTo>
                <a:cubicBezTo>
                  <a:pt x="18384" y="15312"/>
                  <a:pt x="18360" y="15277"/>
                  <a:pt x="18360" y="15253"/>
                </a:cubicBezTo>
                <a:cubicBezTo>
                  <a:pt x="18360" y="15217"/>
                  <a:pt x="18360" y="15205"/>
                  <a:pt x="18348" y="15181"/>
                </a:cubicBezTo>
                <a:cubicBezTo>
                  <a:pt x="18336" y="15134"/>
                  <a:pt x="18325" y="15098"/>
                  <a:pt x="18301" y="15074"/>
                </a:cubicBezTo>
                <a:cubicBezTo>
                  <a:pt x="18301" y="15062"/>
                  <a:pt x="18289" y="15038"/>
                  <a:pt x="18289" y="15026"/>
                </a:cubicBezTo>
                <a:lnTo>
                  <a:pt x="9764" y="322"/>
                </a:lnTo>
                <a:lnTo>
                  <a:pt x="9752" y="310"/>
                </a:lnTo>
                <a:cubicBezTo>
                  <a:pt x="9740" y="275"/>
                  <a:pt x="9704" y="263"/>
                  <a:pt x="9693" y="239"/>
                </a:cubicBezTo>
                <a:cubicBezTo>
                  <a:pt x="9657" y="203"/>
                  <a:pt x="9645" y="179"/>
                  <a:pt x="9621" y="144"/>
                </a:cubicBezTo>
                <a:cubicBezTo>
                  <a:pt x="9597" y="132"/>
                  <a:pt x="9573" y="120"/>
                  <a:pt x="9538" y="96"/>
                </a:cubicBezTo>
                <a:cubicBezTo>
                  <a:pt x="9514" y="72"/>
                  <a:pt x="9466" y="60"/>
                  <a:pt x="9419" y="37"/>
                </a:cubicBezTo>
                <a:cubicBezTo>
                  <a:pt x="9407" y="37"/>
                  <a:pt x="9407" y="25"/>
                  <a:pt x="9395" y="25"/>
                </a:cubicBezTo>
                <a:cubicBezTo>
                  <a:pt x="9383" y="25"/>
                  <a:pt x="9347" y="25"/>
                  <a:pt x="9335" y="13"/>
                </a:cubicBezTo>
                <a:cubicBezTo>
                  <a:pt x="9288" y="1"/>
                  <a:pt x="9264" y="1"/>
                  <a:pt x="9216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114300" algn="bl" rotWithShape="0">
              <a:schemeClr val="accent3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" name="Google Shape;516;p40">
            <a:extLst>
              <a:ext uri="{FF2B5EF4-FFF2-40B4-BE49-F238E27FC236}">
                <a16:creationId xmlns:a16="http://schemas.microsoft.com/office/drawing/2014/main" id="{F4DFC9B5-4558-6EA3-330E-4B7058C9BDFF}"/>
              </a:ext>
            </a:extLst>
          </p:cNvPr>
          <p:cNvSpPr/>
          <p:nvPr/>
        </p:nvSpPr>
        <p:spPr>
          <a:xfrm flipH="1">
            <a:off x="3727748" y="4181269"/>
            <a:ext cx="152700" cy="152100"/>
          </a:xfrm>
          <a:prstGeom prst="ellipse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algn="bl" rotWithShape="0">
              <a:schemeClr val="l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40">
            <a:extLst>
              <a:ext uri="{FF2B5EF4-FFF2-40B4-BE49-F238E27FC236}">
                <a16:creationId xmlns:a16="http://schemas.microsoft.com/office/drawing/2014/main" id="{3485B218-27FB-537C-B425-1DA19A0E15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100" y="445025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18" name="Google Shape;518;p40">
            <a:extLst>
              <a:ext uri="{FF2B5EF4-FFF2-40B4-BE49-F238E27FC236}">
                <a16:creationId xmlns:a16="http://schemas.microsoft.com/office/drawing/2014/main" id="{18B2F0E7-82A5-92B8-7C73-4E3F38ACB19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931025" y="1793800"/>
            <a:ext cx="13626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THEM</a:t>
            </a:r>
            <a:endParaRPr/>
          </a:p>
        </p:txBody>
      </p:sp>
      <p:sp>
        <p:nvSpPr>
          <p:cNvPr id="519" name="Google Shape;519;p40">
            <a:extLst>
              <a:ext uri="{FF2B5EF4-FFF2-40B4-BE49-F238E27FC236}">
                <a16:creationId xmlns:a16="http://schemas.microsoft.com/office/drawing/2014/main" id="{54C70DAA-C547-D179-0799-651726131347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1224687" y="2421850"/>
            <a:ext cx="2770500" cy="117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Mercury is the closest planet to the Sun and it’s also the smallest one in the Solar System</a:t>
            </a:r>
            <a:endParaRPr/>
          </a:p>
        </p:txBody>
      </p:sp>
      <p:sp>
        <p:nvSpPr>
          <p:cNvPr id="520" name="Google Shape;520;p40">
            <a:extLst>
              <a:ext uri="{FF2B5EF4-FFF2-40B4-BE49-F238E27FC236}">
                <a16:creationId xmlns:a16="http://schemas.microsoft.com/office/drawing/2014/main" id="{1FD29053-61BF-1EB3-BD2F-4041238EF791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5875575" y="1793800"/>
            <a:ext cx="13626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US</a:t>
            </a:r>
            <a:endParaRPr/>
          </a:p>
        </p:txBody>
      </p:sp>
      <p:sp>
        <p:nvSpPr>
          <p:cNvPr id="521" name="Google Shape;521;p40">
            <a:extLst>
              <a:ext uri="{FF2B5EF4-FFF2-40B4-BE49-F238E27FC236}">
                <a16:creationId xmlns:a16="http://schemas.microsoft.com/office/drawing/2014/main" id="{7C3ABDE0-ABD9-8EC3-EB83-B33ECBB88A68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5174037" y="2421850"/>
            <a:ext cx="2770500" cy="117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Venus has a beautiful name and is the second planet from the Sun. It’s hotter than Mercury</a:t>
            </a:r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D3BCE5-34DF-95C8-077E-D0993573F7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254" y="335606"/>
            <a:ext cx="8067492" cy="4172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6007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>
          <a:extLst>
            <a:ext uri="{FF2B5EF4-FFF2-40B4-BE49-F238E27FC236}">
              <a16:creationId xmlns:a16="http://schemas.microsoft.com/office/drawing/2014/main" id="{838A734C-6C33-8298-44ED-1B7BD650A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5">
            <a:extLst>
              <a:ext uri="{FF2B5EF4-FFF2-40B4-BE49-F238E27FC236}">
                <a16:creationId xmlns:a16="http://schemas.microsoft.com/office/drawing/2014/main" id="{4D3CB4CA-B6FF-AC23-198C-8CCECBC8AFA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-32164" y="1435248"/>
            <a:ext cx="9993028" cy="37082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sz="1800" b="1" dirty="0"/>
              <a:t>Frontend:</a:t>
            </a:r>
            <a:endParaRPr lang="en-IN" sz="1800" dirty="0"/>
          </a:p>
          <a:p>
            <a:r>
              <a:rPr lang="en-IN" sz="1800" dirty="0"/>
              <a:t>HTML5</a:t>
            </a:r>
          </a:p>
          <a:p>
            <a:r>
              <a:rPr lang="en-IN" sz="1800" dirty="0"/>
              <a:t>CSS3 (Neon UI Theme)</a:t>
            </a:r>
          </a:p>
          <a:p>
            <a:r>
              <a:rPr lang="en-IN" sz="1800" dirty="0"/>
              <a:t>JavaScript</a:t>
            </a:r>
          </a:p>
          <a:p>
            <a:r>
              <a:rPr lang="en-IN" sz="1800" b="1" dirty="0"/>
              <a:t>Libraries &amp; Tools:</a:t>
            </a:r>
            <a:endParaRPr lang="en-IN" sz="1800" dirty="0"/>
          </a:p>
          <a:p>
            <a:r>
              <a:rPr lang="en-IN" sz="1800" dirty="0"/>
              <a:t>Chart.js (Data Visualization)</a:t>
            </a:r>
          </a:p>
          <a:p>
            <a:r>
              <a:rPr lang="en-IN" sz="1800" dirty="0" err="1"/>
              <a:t>LocalStorage</a:t>
            </a:r>
            <a:r>
              <a:rPr lang="en-IN" sz="1800" dirty="0"/>
              <a:t> (Data persistence)</a:t>
            </a:r>
          </a:p>
          <a:p>
            <a:r>
              <a:rPr lang="en-IN" sz="1800" dirty="0"/>
              <a:t>VS Code</a:t>
            </a:r>
          </a:p>
          <a:p>
            <a:r>
              <a:rPr lang="en-IN" sz="1800" b="1" dirty="0"/>
              <a:t>Why This Stack?</a:t>
            </a:r>
            <a:endParaRPr lang="en-IN" sz="1800" dirty="0"/>
          </a:p>
          <a:p>
            <a:r>
              <a:rPr lang="en-IN" sz="1800" dirty="0"/>
              <a:t>Lightweight</a:t>
            </a:r>
          </a:p>
          <a:p>
            <a:r>
              <a:rPr lang="en-IN" sz="1800" dirty="0"/>
              <a:t>Fast</a:t>
            </a:r>
          </a:p>
          <a:p>
            <a:r>
              <a:rPr lang="en-IN" sz="1800" dirty="0"/>
              <a:t>Beginner-friendly</a:t>
            </a:r>
          </a:p>
          <a:p>
            <a:r>
              <a:rPr lang="en-IN" sz="1800" dirty="0"/>
              <a:t>Hackathon efficient</a:t>
            </a:r>
          </a:p>
          <a:p>
            <a:endParaRPr lang="en-IN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00" name="Google Shape;400;p35">
            <a:extLst>
              <a:ext uri="{FF2B5EF4-FFF2-40B4-BE49-F238E27FC236}">
                <a16:creationId xmlns:a16="http://schemas.microsoft.com/office/drawing/2014/main" id="{DB0F1DA1-C906-365C-EAEE-6F9CB2FBC193}"/>
              </a:ext>
            </a:extLst>
          </p:cNvPr>
          <p:cNvSpPr/>
          <p:nvPr/>
        </p:nvSpPr>
        <p:spPr>
          <a:xfrm>
            <a:off x="5697525" y="1592850"/>
            <a:ext cx="1957800" cy="1957800"/>
          </a:xfrm>
          <a:prstGeom prst="ellipse">
            <a:avLst/>
          </a:prstGeom>
          <a:gradFill>
            <a:gsLst>
              <a:gs pos="0">
                <a:schemeClr val="lt1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  <a:effectLst>
            <a:outerShdw blurRad="128588" algn="bl" rotWithShape="0">
              <a:schemeClr val="accen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01" name="Google Shape;401;p35">
            <a:extLst>
              <a:ext uri="{FF2B5EF4-FFF2-40B4-BE49-F238E27FC236}">
                <a16:creationId xmlns:a16="http://schemas.microsoft.com/office/drawing/2014/main" id="{8BFFA033-2027-60F0-C780-45FDF766304C}"/>
              </a:ext>
            </a:extLst>
          </p:cNvPr>
          <p:cNvGrpSpPr/>
          <p:nvPr/>
        </p:nvGrpSpPr>
        <p:grpSpPr>
          <a:xfrm>
            <a:off x="6268789" y="2182282"/>
            <a:ext cx="815273" cy="778936"/>
            <a:chOff x="5197375" y="2305475"/>
            <a:chExt cx="300650" cy="287250"/>
          </a:xfrm>
        </p:grpSpPr>
        <p:sp>
          <p:nvSpPr>
            <p:cNvPr id="402" name="Google Shape;402;p35">
              <a:extLst>
                <a:ext uri="{FF2B5EF4-FFF2-40B4-BE49-F238E27FC236}">
                  <a16:creationId xmlns:a16="http://schemas.microsoft.com/office/drawing/2014/main" id="{474AAC1B-A1E7-EC57-541B-661950D418CA}"/>
                </a:ext>
              </a:extLst>
            </p:cNvPr>
            <p:cNvSpPr/>
            <p:nvPr/>
          </p:nvSpPr>
          <p:spPr>
            <a:xfrm>
              <a:off x="5197375" y="2305475"/>
              <a:ext cx="300650" cy="287250"/>
            </a:xfrm>
            <a:custGeom>
              <a:avLst/>
              <a:gdLst/>
              <a:ahLst/>
              <a:cxnLst/>
              <a:rect l="l" t="t" r="r" b="b"/>
              <a:pathLst>
                <a:path w="12026" h="11490" extrusionOk="0">
                  <a:moveTo>
                    <a:pt x="10990" y="1370"/>
                  </a:moveTo>
                  <a:cubicBezTo>
                    <a:pt x="11180" y="1370"/>
                    <a:pt x="11347" y="1536"/>
                    <a:pt x="11347" y="1727"/>
                  </a:cubicBezTo>
                  <a:lnTo>
                    <a:pt x="11347" y="3191"/>
                  </a:lnTo>
                  <a:lnTo>
                    <a:pt x="714" y="3191"/>
                  </a:lnTo>
                  <a:lnTo>
                    <a:pt x="714" y="1727"/>
                  </a:lnTo>
                  <a:cubicBezTo>
                    <a:pt x="714" y="1536"/>
                    <a:pt x="881" y="1370"/>
                    <a:pt x="1072" y="1370"/>
                  </a:cubicBezTo>
                  <a:lnTo>
                    <a:pt x="1881" y="1370"/>
                  </a:lnTo>
                  <a:lnTo>
                    <a:pt x="1881" y="1691"/>
                  </a:lnTo>
                  <a:cubicBezTo>
                    <a:pt x="1881" y="1882"/>
                    <a:pt x="2048" y="2048"/>
                    <a:pt x="2238" y="2048"/>
                  </a:cubicBezTo>
                  <a:cubicBezTo>
                    <a:pt x="2429" y="2048"/>
                    <a:pt x="2596" y="1882"/>
                    <a:pt x="2596" y="1691"/>
                  </a:cubicBezTo>
                  <a:lnTo>
                    <a:pt x="2596" y="1370"/>
                  </a:lnTo>
                  <a:lnTo>
                    <a:pt x="4405" y="1370"/>
                  </a:lnTo>
                  <a:lnTo>
                    <a:pt x="4405" y="1691"/>
                  </a:lnTo>
                  <a:cubicBezTo>
                    <a:pt x="4405" y="1882"/>
                    <a:pt x="4572" y="2048"/>
                    <a:pt x="4763" y="2048"/>
                  </a:cubicBezTo>
                  <a:cubicBezTo>
                    <a:pt x="4965" y="2048"/>
                    <a:pt x="5120" y="1882"/>
                    <a:pt x="5120" y="1691"/>
                  </a:cubicBezTo>
                  <a:lnTo>
                    <a:pt x="5120" y="1370"/>
                  </a:lnTo>
                  <a:lnTo>
                    <a:pt x="6941" y="1370"/>
                  </a:lnTo>
                  <a:lnTo>
                    <a:pt x="6941" y="1691"/>
                  </a:lnTo>
                  <a:cubicBezTo>
                    <a:pt x="6941" y="1882"/>
                    <a:pt x="7108" y="2048"/>
                    <a:pt x="7299" y="2048"/>
                  </a:cubicBezTo>
                  <a:cubicBezTo>
                    <a:pt x="7489" y="2048"/>
                    <a:pt x="7656" y="1882"/>
                    <a:pt x="7656" y="1691"/>
                  </a:cubicBezTo>
                  <a:lnTo>
                    <a:pt x="7656" y="1370"/>
                  </a:lnTo>
                  <a:lnTo>
                    <a:pt x="9466" y="1370"/>
                  </a:lnTo>
                  <a:lnTo>
                    <a:pt x="9466" y="1691"/>
                  </a:lnTo>
                  <a:cubicBezTo>
                    <a:pt x="9466" y="1882"/>
                    <a:pt x="9632" y="2048"/>
                    <a:pt x="9823" y="2048"/>
                  </a:cubicBezTo>
                  <a:cubicBezTo>
                    <a:pt x="10025" y="2048"/>
                    <a:pt x="10180" y="1882"/>
                    <a:pt x="10180" y="1691"/>
                  </a:cubicBezTo>
                  <a:lnTo>
                    <a:pt x="10180" y="1370"/>
                  </a:lnTo>
                  <a:close/>
                  <a:moveTo>
                    <a:pt x="11311" y="3906"/>
                  </a:moveTo>
                  <a:lnTo>
                    <a:pt x="11311" y="10454"/>
                  </a:lnTo>
                  <a:cubicBezTo>
                    <a:pt x="11311" y="10645"/>
                    <a:pt x="11156" y="10811"/>
                    <a:pt x="10954" y="10811"/>
                  </a:cubicBezTo>
                  <a:lnTo>
                    <a:pt x="1072" y="10811"/>
                  </a:lnTo>
                  <a:cubicBezTo>
                    <a:pt x="881" y="10811"/>
                    <a:pt x="714" y="10645"/>
                    <a:pt x="714" y="10454"/>
                  </a:cubicBezTo>
                  <a:lnTo>
                    <a:pt x="714" y="3906"/>
                  </a:lnTo>
                  <a:close/>
                  <a:moveTo>
                    <a:pt x="2215" y="0"/>
                  </a:moveTo>
                  <a:cubicBezTo>
                    <a:pt x="2024" y="0"/>
                    <a:pt x="1857" y="167"/>
                    <a:pt x="1857" y="358"/>
                  </a:cubicBezTo>
                  <a:lnTo>
                    <a:pt x="1857" y="679"/>
                  </a:lnTo>
                  <a:lnTo>
                    <a:pt x="1060" y="679"/>
                  </a:lnTo>
                  <a:cubicBezTo>
                    <a:pt x="476" y="679"/>
                    <a:pt x="0" y="1155"/>
                    <a:pt x="0" y="1727"/>
                  </a:cubicBezTo>
                  <a:lnTo>
                    <a:pt x="0" y="10442"/>
                  </a:lnTo>
                  <a:cubicBezTo>
                    <a:pt x="0" y="11014"/>
                    <a:pt x="476" y="11490"/>
                    <a:pt x="1060" y="11490"/>
                  </a:cubicBezTo>
                  <a:lnTo>
                    <a:pt x="10942" y="11490"/>
                  </a:lnTo>
                  <a:cubicBezTo>
                    <a:pt x="11525" y="11490"/>
                    <a:pt x="12002" y="11014"/>
                    <a:pt x="12002" y="10442"/>
                  </a:cubicBezTo>
                  <a:lnTo>
                    <a:pt x="12002" y="1727"/>
                  </a:lnTo>
                  <a:cubicBezTo>
                    <a:pt x="12025" y="1155"/>
                    <a:pt x="11549" y="679"/>
                    <a:pt x="10978" y="679"/>
                  </a:cubicBezTo>
                  <a:lnTo>
                    <a:pt x="10168" y="679"/>
                  </a:lnTo>
                  <a:lnTo>
                    <a:pt x="10168" y="358"/>
                  </a:lnTo>
                  <a:cubicBezTo>
                    <a:pt x="10168" y="167"/>
                    <a:pt x="10001" y="0"/>
                    <a:pt x="9811" y="0"/>
                  </a:cubicBezTo>
                  <a:cubicBezTo>
                    <a:pt x="9620" y="0"/>
                    <a:pt x="9454" y="167"/>
                    <a:pt x="9454" y="358"/>
                  </a:cubicBezTo>
                  <a:lnTo>
                    <a:pt x="9454" y="679"/>
                  </a:lnTo>
                  <a:lnTo>
                    <a:pt x="7632" y="679"/>
                  </a:lnTo>
                  <a:lnTo>
                    <a:pt x="7632" y="358"/>
                  </a:lnTo>
                  <a:cubicBezTo>
                    <a:pt x="7632" y="167"/>
                    <a:pt x="7477" y="0"/>
                    <a:pt x="7275" y="0"/>
                  </a:cubicBezTo>
                  <a:cubicBezTo>
                    <a:pt x="7084" y="0"/>
                    <a:pt x="6918" y="167"/>
                    <a:pt x="6918" y="358"/>
                  </a:cubicBezTo>
                  <a:lnTo>
                    <a:pt x="6918" y="679"/>
                  </a:lnTo>
                  <a:lnTo>
                    <a:pt x="5108" y="679"/>
                  </a:lnTo>
                  <a:lnTo>
                    <a:pt x="5108" y="358"/>
                  </a:lnTo>
                  <a:cubicBezTo>
                    <a:pt x="5108" y="167"/>
                    <a:pt x="4941" y="0"/>
                    <a:pt x="4751" y="0"/>
                  </a:cubicBezTo>
                  <a:cubicBezTo>
                    <a:pt x="4560" y="0"/>
                    <a:pt x="4393" y="167"/>
                    <a:pt x="4393" y="358"/>
                  </a:cubicBezTo>
                  <a:lnTo>
                    <a:pt x="4393" y="679"/>
                  </a:lnTo>
                  <a:lnTo>
                    <a:pt x="2572" y="679"/>
                  </a:lnTo>
                  <a:lnTo>
                    <a:pt x="2572" y="358"/>
                  </a:lnTo>
                  <a:cubicBezTo>
                    <a:pt x="2572" y="167"/>
                    <a:pt x="2417" y="0"/>
                    <a:pt x="221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100013" algn="bl" rotWithShape="0">
                <a:schemeClr val="accent2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35">
              <a:extLst>
                <a:ext uri="{FF2B5EF4-FFF2-40B4-BE49-F238E27FC236}">
                  <a16:creationId xmlns:a16="http://schemas.microsoft.com/office/drawing/2014/main" id="{29DDAAB7-159A-EB44-2F16-768F77AD51FB}"/>
                </a:ext>
              </a:extLst>
            </p:cNvPr>
            <p:cNvSpPr/>
            <p:nvPr/>
          </p:nvSpPr>
          <p:spPr>
            <a:xfrm>
              <a:off x="5307500" y="2423950"/>
              <a:ext cx="80975" cy="134550"/>
            </a:xfrm>
            <a:custGeom>
              <a:avLst/>
              <a:gdLst/>
              <a:ahLst/>
              <a:cxnLst/>
              <a:rect l="l" t="t" r="r" b="b"/>
              <a:pathLst>
                <a:path w="3239" h="5382" extrusionOk="0">
                  <a:moveTo>
                    <a:pt x="1632" y="0"/>
                  </a:moveTo>
                  <a:cubicBezTo>
                    <a:pt x="1429" y="0"/>
                    <a:pt x="1262" y="167"/>
                    <a:pt x="1262" y="357"/>
                  </a:cubicBezTo>
                  <a:lnTo>
                    <a:pt x="1262" y="714"/>
                  </a:lnTo>
                  <a:cubicBezTo>
                    <a:pt x="453" y="714"/>
                    <a:pt x="12" y="1274"/>
                    <a:pt x="12" y="1869"/>
                  </a:cubicBezTo>
                  <a:cubicBezTo>
                    <a:pt x="0" y="2512"/>
                    <a:pt x="524" y="3036"/>
                    <a:pt x="1167" y="3036"/>
                  </a:cubicBezTo>
                  <a:lnTo>
                    <a:pt x="2060" y="3036"/>
                  </a:lnTo>
                  <a:cubicBezTo>
                    <a:pt x="2310" y="3036"/>
                    <a:pt x="2524" y="3239"/>
                    <a:pt x="2524" y="3501"/>
                  </a:cubicBezTo>
                  <a:cubicBezTo>
                    <a:pt x="2524" y="3751"/>
                    <a:pt x="2310" y="3953"/>
                    <a:pt x="2060" y="3953"/>
                  </a:cubicBezTo>
                  <a:lnTo>
                    <a:pt x="1120" y="3953"/>
                  </a:lnTo>
                  <a:cubicBezTo>
                    <a:pt x="1000" y="3953"/>
                    <a:pt x="870" y="3917"/>
                    <a:pt x="762" y="3834"/>
                  </a:cubicBezTo>
                  <a:cubicBezTo>
                    <a:pt x="698" y="3797"/>
                    <a:pt x="627" y="3778"/>
                    <a:pt x="557" y="3778"/>
                  </a:cubicBezTo>
                  <a:cubicBezTo>
                    <a:pt x="446" y="3778"/>
                    <a:pt x="340" y="3827"/>
                    <a:pt x="274" y="3929"/>
                  </a:cubicBezTo>
                  <a:cubicBezTo>
                    <a:pt x="167" y="4096"/>
                    <a:pt x="203" y="4310"/>
                    <a:pt x="358" y="4417"/>
                  </a:cubicBezTo>
                  <a:cubicBezTo>
                    <a:pt x="692" y="4651"/>
                    <a:pt x="992" y="4668"/>
                    <a:pt x="1177" y="4668"/>
                  </a:cubicBezTo>
                  <a:cubicBezTo>
                    <a:pt x="1209" y="4668"/>
                    <a:pt x="1238" y="4667"/>
                    <a:pt x="1262" y="4667"/>
                  </a:cubicBezTo>
                  <a:lnTo>
                    <a:pt x="1262" y="5025"/>
                  </a:lnTo>
                  <a:cubicBezTo>
                    <a:pt x="1262" y="5227"/>
                    <a:pt x="1429" y="5382"/>
                    <a:pt x="1632" y="5382"/>
                  </a:cubicBezTo>
                  <a:cubicBezTo>
                    <a:pt x="1822" y="5382"/>
                    <a:pt x="1989" y="5227"/>
                    <a:pt x="1989" y="5025"/>
                  </a:cubicBezTo>
                  <a:lnTo>
                    <a:pt x="1989" y="4667"/>
                  </a:lnTo>
                  <a:cubicBezTo>
                    <a:pt x="2798" y="4667"/>
                    <a:pt x="3239" y="4108"/>
                    <a:pt x="3239" y="3512"/>
                  </a:cubicBezTo>
                  <a:cubicBezTo>
                    <a:pt x="3239" y="2869"/>
                    <a:pt x="2715" y="2346"/>
                    <a:pt x="2072" y="2346"/>
                  </a:cubicBezTo>
                  <a:lnTo>
                    <a:pt x="1179" y="2346"/>
                  </a:lnTo>
                  <a:cubicBezTo>
                    <a:pt x="929" y="2346"/>
                    <a:pt x="715" y="2143"/>
                    <a:pt x="715" y="1893"/>
                  </a:cubicBezTo>
                  <a:cubicBezTo>
                    <a:pt x="715" y="1631"/>
                    <a:pt x="929" y="1429"/>
                    <a:pt x="1179" y="1429"/>
                  </a:cubicBezTo>
                  <a:lnTo>
                    <a:pt x="2048" y="1429"/>
                  </a:lnTo>
                  <a:cubicBezTo>
                    <a:pt x="2227" y="1429"/>
                    <a:pt x="2382" y="1500"/>
                    <a:pt x="2501" y="1631"/>
                  </a:cubicBezTo>
                  <a:cubicBezTo>
                    <a:pt x="2575" y="1712"/>
                    <a:pt x="2669" y="1750"/>
                    <a:pt x="2764" y="1750"/>
                  </a:cubicBezTo>
                  <a:cubicBezTo>
                    <a:pt x="2851" y="1750"/>
                    <a:pt x="2938" y="1718"/>
                    <a:pt x="3013" y="1655"/>
                  </a:cubicBezTo>
                  <a:cubicBezTo>
                    <a:pt x="3156" y="1512"/>
                    <a:pt x="3156" y="1298"/>
                    <a:pt x="3025" y="1143"/>
                  </a:cubicBezTo>
                  <a:cubicBezTo>
                    <a:pt x="2775" y="857"/>
                    <a:pt x="2429" y="714"/>
                    <a:pt x="1989" y="714"/>
                  </a:cubicBezTo>
                  <a:lnTo>
                    <a:pt x="1989" y="357"/>
                  </a:lnTo>
                  <a:cubicBezTo>
                    <a:pt x="1989" y="167"/>
                    <a:pt x="1822" y="0"/>
                    <a:pt x="163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100013" algn="bl" rotWithShape="0">
                <a:schemeClr val="accent2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4" name="Google Shape;404;p35">
            <a:extLst>
              <a:ext uri="{FF2B5EF4-FFF2-40B4-BE49-F238E27FC236}">
                <a16:creationId xmlns:a16="http://schemas.microsoft.com/office/drawing/2014/main" id="{9E639CEA-9691-CE24-903D-56FBDA80DBFC}"/>
              </a:ext>
            </a:extLst>
          </p:cNvPr>
          <p:cNvSpPr/>
          <p:nvPr/>
        </p:nvSpPr>
        <p:spPr>
          <a:xfrm>
            <a:off x="4787200" y="2548028"/>
            <a:ext cx="714982" cy="675268"/>
          </a:xfrm>
          <a:custGeom>
            <a:avLst/>
            <a:gdLst/>
            <a:ahLst/>
            <a:cxnLst/>
            <a:rect l="l" t="t" r="r" b="b"/>
            <a:pathLst>
              <a:path w="23314" h="22019" extrusionOk="0">
                <a:moveTo>
                  <a:pt x="9300" y="1306"/>
                </a:moveTo>
                <a:cubicBezTo>
                  <a:pt x="12241" y="1306"/>
                  <a:pt x="15182" y="2427"/>
                  <a:pt x="17420" y="4671"/>
                </a:cubicBezTo>
                <a:cubicBezTo>
                  <a:pt x="21753" y="9005"/>
                  <a:pt x="21908" y="15934"/>
                  <a:pt x="17872" y="20446"/>
                </a:cubicBezTo>
                <a:lnTo>
                  <a:pt x="1644" y="4218"/>
                </a:lnTo>
                <a:cubicBezTo>
                  <a:pt x="3820" y="2278"/>
                  <a:pt x="6560" y="1306"/>
                  <a:pt x="9300" y="1306"/>
                </a:cubicBezTo>
                <a:close/>
                <a:moveTo>
                  <a:pt x="9293" y="0"/>
                </a:moveTo>
                <a:cubicBezTo>
                  <a:pt x="6019" y="0"/>
                  <a:pt x="2745" y="1248"/>
                  <a:pt x="251" y="3742"/>
                </a:cubicBezTo>
                <a:cubicBezTo>
                  <a:pt x="1" y="4004"/>
                  <a:pt x="1" y="4421"/>
                  <a:pt x="251" y="4671"/>
                </a:cubicBezTo>
                <a:lnTo>
                  <a:pt x="17420" y="21828"/>
                </a:lnTo>
                <a:cubicBezTo>
                  <a:pt x="17562" y="21958"/>
                  <a:pt x="17717" y="22018"/>
                  <a:pt x="17884" y="22018"/>
                </a:cubicBezTo>
                <a:cubicBezTo>
                  <a:pt x="18051" y="22018"/>
                  <a:pt x="18217" y="21958"/>
                  <a:pt x="18336" y="21828"/>
                </a:cubicBezTo>
                <a:cubicBezTo>
                  <a:pt x="23313" y="16839"/>
                  <a:pt x="23313" y="8731"/>
                  <a:pt x="18336" y="3742"/>
                </a:cubicBezTo>
                <a:cubicBezTo>
                  <a:pt x="15842" y="1248"/>
                  <a:pt x="12568" y="0"/>
                  <a:pt x="929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342900" algn="bl" rotWithShape="0">
              <a:schemeClr val="accent3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" name="Google Shape;405;p35">
            <a:extLst>
              <a:ext uri="{FF2B5EF4-FFF2-40B4-BE49-F238E27FC236}">
                <a16:creationId xmlns:a16="http://schemas.microsoft.com/office/drawing/2014/main" id="{48425655-7C31-80D4-997E-FA8F9674A214}"/>
              </a:ext>
            </a:extLst>
          </p:cNvPr>
          <p:cNvSpPr/>
          <p:nvPr/>
        </p:nvSpPr>
        <p:spPr>
          <a:xfrm rot="-1865276">
            <a:off x="7576853" y="1373887"/>
            <a:ext cx="389168" cy="648493"/>
          </a:xfrm>
          <a:custGeom>
            <a:avLst/>
            <a:gdLst/>
            <a:ahLst/>
            <a:cxnLst/>
            <a:rect l="l" t="t" r="r" b="b"/>
            <a:pathLst>
              <a:path w="18385" h="30636" extrusionOk="0">
                <a:moveTo>
                  <a:pt x="9645" y="2692"/>
                </a:moveTo>
                <a:lnTo>
                  <a:pt x="16598" y="14669"/>
                </a:lnTo>
                <a:lnTo>
                  <a:pt x="8466" y="14669"/>
                </a:lnTo>
                <a:lnTo>
                  <a:pt x="9371" y="5454"/>
                </a:lnTo>
                <a:lnTo>
                  <a:pt x="9645" y="2692"/>
                </a:lnTo>
                <a:close/>
                <a:moveTo>
                  <a:pt x="8264" y="3537"/>
                </a:moveTo>
                <a:lnTo>
                  <a:pt x="8026" y="5990"/>
                </a:lnTo>
                <a:lnTo>
                  <a:pt x="7180" y="14681"/>
                </a:lnTo>
                <a:lnTo>
                  <a:pt x="1799" y="14681"/>
                </a:lnTo>
                <a:lnTo>
                  <a:pt x="8264" y="3537"/>
                </a:lnTo>
                <a:close/>
                <a:moveTo>
                  <a:pt x="7180" y="15979"/>
                </a:moveTo>
                <a:lnTo>
                  <a:pt x="8026" y="24671"/>
                </a:lnTo>
                <a:lnTo>
                  <a:pt x="8264" y="27123"/>
                </a:lnTo>
                <a:lnTo>
                  <a:pt x="1799" y="15979"/>
                </a:lnTo>
                <a:close/>
                <a:moveTo>
                  <a:pt x="16598" y="15979"/>
                </a:moveTo>
                <a:lnTo>
                  <a:pt x="9645" y="27957"/>
                </a:lnTo>
                <a:lnTo>
                  <a:pt x="9383" y="25194"/>
                </a:lnTo>
                <a:lnTo>
                  <a:pt x="8466" y="15979"/>
                </a:lnTo>
                <a:close/>
                <a:moveTo>
                  <a:pt x="9050" y="1"/>
                </a:moveTo>
                <a:cubicBezTo>
                  <a:pt x="9038" y="1"/>
                  <a:pt x="9014" y="13"/>
                  <a:pt x="9002" y="13"/>
                </a:cubicBezTo>
                <a:cubicBezTo>
                  <a:pt x="8978" y="25"/>
                  <a:pt x="8942" y="25"/>
                  <a:pt x="8919" y="37"/>
                </a:cubicBezTo>
                <a:cubicBezTo>
                  <a:pt x="8883" y="60"/>
                  <a:pt x="8859" y="72"/>
                  <a:pt x="8811" y="96"/>
                </a:cubicBezTo>
                <a:cubicBezTo>
                  <a:pt x="8776" y="120"/>
                  <a:pt x="8764" y="132"/>
                  <a:pt x="8740" y="156"/>
                </a:cubicBezTo>
                <a:cubicBezTo>
                  <a:pt x="8704" y="191"/>
                  <a:pt x="8680" y="215"/>
                  <a:pt x="8669" y="251"/>
                </a:cubicBezTo>
                <a:lnTo>
                  <a:pt x="8621" y="298"/>
                </a:lnTo>
                <a:lnTo>
                  <a:pt x="96" y="15003"/>
                </a:lnTo>
                <a:cubicBezTo>
                  <a:pt x="72" y="15015"/>
                  <a:pt x="72" y="15026"/>
                  <a:pt x="72" y="15038"/>
                </a:cubicBezTo>
                <a:cubicBezTo>
                  <a:pt x="60" y="15074"/>
                  <a:pt x="48" y="15122"/>
                  <a:pt x="37" y="15146"/>
                </a:cubicBezTo>
                <a:cubicBezTo>
                  <a:pt x="37" y="15181"/>
                  <a:pt x="37" y="15193"/>
                  <a:pt x="13" y="15217"/>
                </a:cubicBezTo>
                <a:cubicBezTo>
                  <a:pt x="13" y="15253"/>
                  <a:pt x="1" y="15277"/>
                  <a:pt x="1" y="15312"/>
                </a:cubicBezTo>
                <a:cubicBezTo>
                  <a:pt x="1" y="15336"/>
                  <a:pt x="13" y="15372"/>
                  <a:pt x="13" y="15396"/>
                </a:cubicBezTo>
                <a:cubicBezTo>
                  <a:pt x="13" y="15431"/>
                  <a:pt x="13" y="15443"/>
                  <a:pt x="37" y="15479"/>
                </a:cubicBezTo>
                <a:cubicBezTo>
                  <a:pt x="48" y="15515"/>
                  <a:pt x="60" y="15550"/>
                  <a:pt x="72" y="15574"/>
                </a:cubicBezTo>
                <a:cubicBezTo>
                  <a:pt x="72" y="15598"/>
                  <a:pt x="96" y="15610"/>
                  <a:pt x="96" y="15622"/>
                </a:cubicBezTo>
                <a:lnTo>
                  <a:pt x="8621" y="30326"/>
                </a:lnTo>
                <a:cubicBezTo>
                  <a:pt x="8633" y="30362"/>
                  <a:pt x="8645" y="30374"/>
                  <a:pt x="8669" y="30386"/>
                </a:cubicBezTo>
                <a:lnTo>
                  <a:pt x="8704" y="30433"/>
                </a:lnTo>
                <a:cubicBezTo>
                  <a:pt x="8740" y="30481"/>
                  <a:pt x="8776" y="30505"/>
                  <a:pt x="8823" y="30540"/>
                </a:cubicBezTo>
                <a:cubicBezTo>
                  <a:pt x="8835" y="30540"/>
                  <a:pt x="8835" y="30552"/>
                  <a:pt x="8859" y="30552"/>
                </a:cubicBezTo>
                <a:cubicBezTo>
                  <a:pt x="8919" y="30576"/>
                  <a:pt x="8978" y="30612"/>
                  <a:pt x="9038" y="30624"/>
                </a:cubicBezTo>
                <a:lnTo>
                  <a:pt x="9050" y="30624"/>
                </a:lnTo>
                <a:cubicBezTo>
                  <a:pt x="9097" y="30636"/>
                  <a:pt x="9133" y="30636"/>
                  <a:pt x="9181" y="30636"/>
                </a:cubicBezTo>
                <a:cubicBezTo>
                  <a:pt x="9240" y="30636"/>
                  <a:pt x="9300" y="30624"/>
                  <a:pt x="9359" y="30612"/>
                </a:cubicBezTo>
                <a:lnTo>
                  <a:pt x="9371" y="30612"/>
                </a:lnTo>
                <a:cubicBezTo>
                  <a:pt x="9395" y="30612"/>
                  <a:pt x="9395" y="30600"/>
                  <a:pt x="9407" y="30600"/>
                </a:cubicBezTo>
                <a:cubicBezTo>
                  <a:pt x="9454" y="30576"/>
                  <a:pt x="9490" y="30552"/>
                  <a:pt x="9538" y="30516"/>
                </a:cubicBezTo>
                <a:lnTo>
                  <a:pt x="9585" y="30481"/>
                </a:lnTo>
                <a:cubicBezTo>
                  <a:pt x="9621" y="30445"/>
                  <a:pt x="9657" y="30421"/>
                  <a:pt x="9693" y="30374"/>
                </a:cubicBezTo>
                <a:cubicBezTo>
                  <a:pt x="9704" y="30362"/>
                  <a:pt x="9716" y="30338"/>
                  <a:pt x="9716" y="30326"/>
                </a:cubicBezTo>
                <a:cubicBezTo>
                  <a:pt x="9752" y="30362"/>
                  <a:pt x="9752" y="30362"/>
                  <a:pt x="9764" y="30362"/>
                </a:cubicBezTo>
                <a:lnTo>
                  <a:pt x="18289" y="15658"/>
                </a:lnTo>
                <a:cubicBezTo>
                  <a:pt x="18301" y="15634"/>
                  <a:pt x="18301" y="15622"/>
                  <a:pt x="18301" y="15610"/>
                </a:cubicBezTo>
                <a:cubicBezTo>
                  <a:pt x="18325" y="15574"/>
                  <a:pt x="18336" y="15527"/>
                  <a:pt x="18348" y="15503"/>
                </a:cubicBezTo>
                <a:cubicBezTo>
                  <a:pt x="18348" y="15479"/>
                  <a:pt x="18348" y="15455"/>
                  <a:pt x="18360" y="15431"/>
                </a:cubicBezTo>
                <a:cubicBezTo>
                  <a:pt x="18360" y="15396"/>
                  <a:pt x="18384" y="15372"/>
                  <a:pt x="18384" y="15336"/>
                </a:cubicBezTo>
                <a:cubicBezTo>
                  <a:pt x="18384" y="15312"/>
                  <a:pt x="18360" y="15277"/>
                  <a:pt x="18360" y="15253"/>
                </a:cubicBezTo>
                <a:cubicBezTo>
                  <a:pt x="18360" y="15217"/>
                  <a:pt x="18360" y="15205"/>
                  <a:pt x="18348" y="15181"/>
                </a:cubicBezTo>
                <a:cubicBezTo>
                  <a:pt x="18336" y="15134"/>
                  <a:pt x="18325" y="15098"/>
                  <a:pt x="18301" y="15074"/>
                </a:cubicBezTo>
                <a:cubicBezTo>
                  <a:pt x="18301" y="15062"/>
                  <a:pt x="18289" y="15038"/>
                  <a:pt x="18289" y="15026"/>
                </a:cubicBezTo>
                <a:lnTo>
                  <a:pt x="9764" y="322"/>
                </a:lnTo>
                <a:lnTo>
                  <a:pt x="9752" y="310"/>
                </a:lnTo>
                <a:cubicBezTo>
                  <a:pt x="9740" y="275"/>
                  <a:pt x="9704" y="263"/>
                  <a:pt x="9693" y="239"/>
                </a:cubicBezTo>
                <a:cubicBezTo>
                  <a:pt x="9657" y="203"/>
                  <a:pt x="9645" y="179"/>
                  <a:pt x="9621" y="144"/>
                </a:cubicBezTo>
                <a:cubicBezTo>
                  <a:pt x="9597" y="132"/>
                  <a:pt x="9573" y="120"/>
                  <a:pt x="9538" y="96"/>
                </a:cubicBezTo>
                <a:cubicBezTo>
                  <a:pt x="9514" y="72"/>
                  <a:pt x="9466" y="60"/>
                  <a:pt x="9419" y="37"/>
                </a:cubicBezTo>
                <a:cubicBezTo>
                  <a:pt x="9407" y="37"/>
                  <a:pt x="9407" y="25"/>
                  <a:pt x="9395" y="25"/>
                </a:cubicBezTo>
                <a:cubicBezTo>
                  <a:pt x="9383" y="25"/>
                  <a:pt x="9347" y="25"/>
                  <a:pt x="9335" y="13"/>
                </a:cubicBezTo>
                <a:cubicBezTo>
                  <a:pt x="9288" y="1"/>
                  <a:pt x="9264" y="1"/>
                  <a:pt x="9216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114300" algn="bl" rotWithShape="0">
              <a:schemeClr val="accent3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35">
            <a:extLst>
              <a:ext uri="{FF2B5EF4-FFF2-40B4-BE49-F238E27FC236}">
                <a16:creationId xmlns:a16="http://schemas.microsoft.com/office/drawing/2014/main" id="{C76FEF4B-FD6D-1258-EBB3-778853F4CCA2}"/>
              </a:ext>
            </a:extLst>
          </p:cNvPr>
          <p:cNvSpPr/>
          <p:nvPr/>
        </p:nvSpPr>
        <p:spPr>
          <a:xfrm>
            <a:off x="7547150" y="2587338"/>
            <a:ext cx="237550" cy="296650"/>
          </a:xfrm>
          <a:custGeom>
            <a:avLst/>
            <a:gdLst/>
            <a:ahLst/>
            <a:cxnLst/>
            <a:rect l="l" t="t" r="r" b="b"/>
            <a:pathLst>
              <a:path w="9502" h="11866" extrusionOk="0">
                <a:moveTo>
                  <a:pt x="1298" y="1840"/>
                </a:moveTo>
                <a:lnTo>
                  <a:pt x="7632" y="5936"/>
                </a:lnTo>
                <a:lnTo>
                  <a:pt x="1298" y="10032"/>
                </a:lnTo>
                <a:lnTo>
                  <a:pt x="1298" y="1840"/>
                </a:lnTo>
                <a:close/>
                <a:moveTo>
                  <a:pt x="638" y="1"/>
                </a:moveTo>
                <a:cubicBezTo>
                  <a:pt x="536" y="1"/>
                  <a:pt x="435" y="26"/>
                  <a:pt x="346" y="78"/>
                </a:cubicBezTo>
                <a:cubicBezTo>
                  <a:pt x="131" y="185"/>
                  <a:pt x="0" y="411"/>
                  <a:pt x="0" y="650"/>
                </a:cubicBezTo>
                <a:lnTo>
                  <a:pt x="0" y="11234"/>
                </a:lnTo>
                <a:cubicBezTo>
                  <a:pt x="0" y="11472"/>
                  <a:pt x="131" y="11675"/>
                  <a:pt x="346" y="11794"/>
                </a:cubicBezTo>
                <a:cubicBezTo>
                  <a:pt x="453" y="11841"/>
                  <a:pt x="548" y="11865"/>
                  <a:pt x="655" y="11865"/>
                </a:cubicBezTo>
                <a:cubicBezTo>
                  <a:pt x="774" y="11865"/>
                  <a:pt x="893" y="11841"/>
                  <a:pt x="1012" y="11806"/>
                </a:cubicBezTo>
                <a:lnTo>
                  <a:pt x="9204" y="6507"/>
                </a:lnTo>
                <a:cubicBezTo>
                  <a:pt x="9382" y="6388"/>
                  <a:pt x="9502" y="6186"/>
                  <a:pt x="9502" y="5960"/>
                </a:cubicBezTo>
                <a:cubicBezTo>
                  <a:pt x="9502" y="5734"/>
                  <a:pt x="9382" y="5531"/>
                  <a:pt x="9204" y="5412"/>
                </a:cubicBezTo>
                <a:lnTo>
                  <a:pt x="1012" y="114"/>
                </a:lnTo>
                <a:cubicBezTo>
                  <a:pt x="899" y="41"/>
                  <a:pt x="767" y="1"/>
                  <a:pt x="638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100013" algn="bl" rotWithShape="0">
              <a:schemeClr val="accent3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p35">
            <a:extLst>
              <a:ext uri="{FF2B5EF4-FFF2-40B4-BE49-F238E27FC236}">
                <a16:creationId xmlns:a16="http://schemas.microsoft.com/office/drawing/2014/main" id="{E55F1313-9A5D-AFB3-90E9-0A82221113AC}"/>
              </a:ext>
            </a:extLst>
          </p:cNvPr>
          <p:cNvSpPr/>
          <p:nvPr/>
        </p:nvSpPr>
        <p:spPr>
          <a:xfrm>
            <a:off x="5951675" y="3300312"/>
            <a:ext cx="317121" cy="296656"/>
          </a:xfrm>
          <a:custGeom>
            <a:avLst/>
            <a:gdLst/>
            <a:ahLst/>
            <a:cxnLst/>
            <a:rect l="l" t="t" r="r" b="b"/>
            <a:pathLst>
              <a:path w="9133" h="8543" extrusionOk="0">
                <a:moveTo>
                  <a:pt x="7481" y="0"/>
                </a:moveTo>
                <a:cubicBezTo>
                  <a:pt x="7385" y="0"/>
                  <a:pt x="7286" y="21"/>
                  <a:pt x="7191" y="65"/>
                </a:cubicBezTo>
                <a:cubicBezTo>
                  <a:pt x="6858" y="220"/>
                  <a:pt x="6727" y="601"/>
                  <a:pt x="6894" y="934"/>
                </a:cubicBezTo>
                <a:cubicBezTo>
                  <a:pt x="7715" y="2613"/>
                  <a:pt x="7382" y="4637"/>
                  <a:pt x="6060" y="5959"/>
                </a:cubicBezTo>
                <a:cubicBezTo>
                  <a:pt x="5223" y="6803"/>
                  <a:pt x="4105" y="7247"/>
                  <a:pt x="2971" y="7247"/>
                </a:cubicBezTo>
                <a:cubicBezTo>
                  <a:pt x="2314" y="7247"/>
                  <a:pt x="1652" y="7098"/>
                  <a:pt x="1036" y="6792"/>
                </a:cubicBezTo>
                <a:cubicBezTo>
                  <a:pt x="945" y="6748"/>
                  <a:pt x="848" y="6727"/>
                  <a:pt x="754" y="6727"/>
                </a:cubicBezTo>
                <a:cubicBezTo>
                  <a:pt x="515" y="6727"/>
                  <a:pt x="286" y="6860"/>
                  <a:pt x="167" y="7090"/>
                </a:cubicBezTo>
                <a:cubicBezTo>
                  <a:pt x="0" y="7411"/>
                  <a:pt x="143" y="7792"/>
                  <a:pt x="464" y="7959"/>
                </a:cubicBezTo>
                <a:cubicBezTo>
                  <a:pt x="1250" y="8340"/>
                  <a:pt x="2119" y="8542"/>
                  <a:pt x="2965" y="8542"/>
                </a:cubicBezTo>
                <a:cubicBezTo>
                  <a:pt x="4429" y="8542"/>
                  <a:pt x="5882" y="7971"/>
                  <a:pt x="6977" y="6888"/>
                </a:cubicBezTo>
                <a:cubicBezTo>
                  <a:pt x="8692" y="5173"/>
                  <a:pt x="9132" y="2554"/>
                  <a:pt x="8049" y="363"/>
                </a:cubicBezTo>
                <a:cubicBezTo>
                  <a:pt x="7946" y="133"/>
                  <a:pt x="7722" y="0"/>
                  <a:pt x="748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100013" algn="bl" rotWithShape="0">
              <a:schemeClr val="accent3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35">
            <a:extLst>
              <a:ext uri="{FF2B5EF4-FFF2-40B4-BE49-F238E27FC236}">
                <a16:creationId xmlns:a16="http://schemas.microsoft.com/office/drawing/2014/main" id="{9118F307-A656-1373-E605-10FB1EC339DA}"/>
              </a:ext>
            </a:extLst>
          </p:cNvPr>
          <p:cNvSpPr/>
          <p:nvPr/>
        </p:nvSpPr>
        <p:spPr>
          <a:xfrm rot="1650174">
            <a:off x="7204867" y="3701072"/>
            <a:ext cx="32750" cy="302754"/>
          </a:xfrm>
          <a:custGeom>
            <a:avLst/>
            <a:gdLst/>
            <a:ahLst/>
            <a:cxnLst/>
            <a:rect l="l" t="t" r="r" b="b"/>
            <a:pathLst>
              <a:path w="1310" h="12110" extrusionOk="0">
                <a:moveTo>
                  <a:pt x="655" y="0"/>
                </a:moveTo>
                <a:cubicBezTo>
                  <a:pt x="298" y="0"/>
                  <a:pt x="0" y="298"/>
                  <a:pt x="0" y="655"/>
                </a:cubicBezTo>
                <a:lnTo>
                  <a:pt x="0" y="11454"/>
                </a:lnTo>
                <a:cubicBezTo>
                  <a:pt x="0" y="11811"/>
                  <a:pt x="298" y="12109"/>
                  <a:pt x="655" y="12109"/>
                </a:cubicBezTo>
                <a:cubicBezTo>
                  <a:pt x="1012" y="12109"/>
                  <a:pt x="1310" y="11811"/>
                  <a:pt x="1310" y="11454"/>
                </a:cubicBezTo>
                <a:lnTo>
                  <a:pt x="1310" y="655"/>
                </a:lnTo>
                <a:cubicBezTo>
                  <a:pt x="1310" y="298"/>
                  <a:pt x="1036" y="0"/>
                  <a:pt x="65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100013" algn="bl" rotWithShape="0">
              <a:schemeClr val="accent3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p35">
            <a:extLst>
              <a:ext uri="{FF2B5EF4-FFF2-40B4-BE49-F238E27FC236}">
                <a16:creationId xmlns:a16="http://schemas.microsoft.com/office/drawing/2014/main" id="{E1C380F9-1814-CFA6-F715-0A78C13AE38D}"/>
              </a:ext>
            </a:extLst>
          </p:cNvPr>
          <p:cNvSpPr/>
          <p:nvPr/>
        </p:nvSpPr>
        <p:spPr>
          <a:xfrm>
            <a:off x="5548725" y="1450625"/>
            <a:ext cx="237550" cy="296650"/>
          </a:xfrm>
          <a:custGeom>
            <a:avLst/>
            <a:gdLst/>
            <a:ahLst/>
            <a:cxnLst/>
            <a:rect l="l" t="t" r="r" b="b"/>
            <a:pathLst>
              <a:path w="9502" h="11866" extrusionOk="0">
                <a:moveTo>
                  <a:pt x="1298" y="1840"/>
                </a:moveTo>
                <a:lnTo>
                  <a:pt x="7632" y="5936"/>
                </a:lnTo>
                <a:lnTo>
                  <a:pt x="1298" y="10032"/>
                </a:lnTo>
                <a:lnTo>
                  <a:pt x="1298" y="1840"/>
                </a:lnTo>
                <a:close/>
                <a:moveTo>
                  <a:pt x="638" y="1"/>
                </a:moveTo>
                <a:cubicBezTo>
                  <a:pt x="536" y="1"/>
                  <a:pt x="435" y="26"/>
                  <a:pt x="346" y="78"/>
                </a:cubicBezTo>
                <a:cubicBezTo>
                  <a:pt x="131" y="185"/>
                  <a:pt x="0" y="411"/>
                  <a:pt x="0" y="650"/>
                </a:cubicBezTo>
                <a:lnTo>
                  <a:pt x="0" y="11234"/>
                </a:lnTo>
                <a:cubicBezTo>
                  <a:pt x="0" y="11472"/>
                  <a:pt x="131" y="11675"/>
                  <a:pt x="346" y="11794"/>
                </a:cubicBezTo>
                <a:cubicBezTo>
                  <a:pt x="453" y="11841"/>
                  <a:pt x="548" y="11865"/>
                  <a:pt x="655" y="11865"/>
                </a:cubicBezTo>
                <a:cubicBezTo>
                  <a:pt x="774" y="11865"/>
                  <a:pt x="893" y="11841"/>
                  <a:pt x="1012" y="11806"/>
                </a:cubicBezTo>
                <a:lnTo>
                  <a:pt x="9204" y="6507"/>
                </a:lnTo>
                <a:cubicBezTo>
                  <a:pt x="9382" y="6388"/>
                  <a:pt x="9502" y="6186"/>
                  <a:pt x="9502" y="5960"/>
                </a:cubicBezTo>
                <a:cubicBezTo>
                  <a:pt x="9502" y="5734"/>
                  <a:pt x="9382" y="5531"/>
                  <a:pt x="9204" y="5412"/>
                </a:cubicBezTo>
                <a:lnTo>
                  <a:pt x="1012" y="114"/>
                </a:lnTo>
                <a:cubicBezTo>
                  <a:pt x="899" y="41"/>
                  <a:pt x="767" y="1"/>
                  <a:pt x="638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100013" algn="bl" rotWithShape="0">
              <a:schemeClr val="accent3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35">
            <a:extLst>
              <a:ext uri="{FF2B5EF4-FFF2-40B4-BE49-F238E27FC236}">
                <a16:creationId xmlns:a16="http://schemas.microsoft.com/office/drawing/2014/main" id="{916DA0D9-B966-3684-06F2-DBF7F88D0544}"/>
              </a:ext>
            </a:extLst>
          </p:cNvPr>
          <p:cNvSpPr/>
          <p:nvPr/>
        </p:nvSpPr>
        <p:spPr>
          <a:xfrm>
            <a:off x="8193300" y="2985688"/>
            <a:ext cx="237600" cy="237600"/>
          </a:xfrm>
          <a:prstGeom prst="ellipse">
            <a:avLst/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algn="bl" rotWithShape="0">
              <a:schemeClr val="accent3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35">
            <a:extLst>
              <a:ext uri="{FF2B5EF4-FFF2-40B4-BE49-F238E27FC236}">
                <a16:creationId xmlns:a16="http://schemas.microsoft.com/office/drawing/2014/main" id="{F7941F94-6A43-F299-4A15-7E349B907C34}"/>
              </a:ext>
            </a:extLst>
          </p:cNvPr>
          <p:cNvSpPr/>
          <p:nvPr/>
        </p:nvSpPr>
        <p:spPr>
          <a:xfrm>
            <a:off x="6822650" y="820662"/>
            <a:ext cx="152100" cy="152100"/>
          </a:xfrm>
          <a:prstGeom prst="ellipse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algn="bl" rotWithShape="0">
              <a:schemeClr val="l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35">
            <a:extLst>
              <a:ext uri="{FF2B5EF4-FFF2-40B4-BE49-F238E27FC236}">
                <a16:creationId xmlns:a16="http://schemas.microsoft.com/office/drawing/2014/main" id="{AE810FB9-3E06-BD9B-7B78-0369B26E1555}"/>
              </a:ext>
            </a:extLst>
          </p:cNvPr>
          <p:cNvSpPr/>
          <p:nvPr/>
        </p:nvSpPr>
        <p:spPr>
          <a:xfrm>
            <a:off x="4907813" y="1812062"/>
            <a:ext cx="152100" cy="152100"/>
          </a:xfrm>
          <a:prstGeom prst="ellipse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algn="bl" rotWithShape="0">
              <a:schemeClr val="accen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35">
            <a:extLst>
              <a:ext uri="{FF2B5EF4-FFF2-40B4-BE49-F238E27FC236}">
                <a16:creationId xmlns:a16="http://schemas.microsoft.com/office/drawing/2014/main" id="{D7C88B74-051E-3F4A-A589-955D8891B360}"/>
              </a:ext>
            </a:extLst>
          </p:cNvPr>
          <p:cNvSpPr/>
          <p:nvPr/>
        </p:nvSpPr>
        <p:spPr>
          <a:xfrm>
            <a:off x="7589875" y="4106987"/>
            <a:ext cx="152100" cy="152100"/>
          </a:xfrm>
          <a:prstGeom prst="ellipse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algn="bl" rotWithShape="0">
              <a:schemeClr val="accen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35">
            <a:extLst>
              <a:ext uri="{FF2B5EF4-FFF2-40B4-BE49-F238E27FC236}">
                <a16:creationId xmlns:a16="http://schemas.microsoft.com/office/drawing/2014/main" id="{C8DCE5F6-8B1A-DA7E-443A-2717479160F2}"/>
              </a:ext>
            </a:extLst>
          </p:cNvPr>
          <p:cNvSpPr/>
          <p:nvPr/>
        </p:nvSpPr>
        <p:spPr>
          <a:xfrm>
            <a:off x="5786275" y="3994275"/>
            <a:ext cx="152100" cy="152100"/>
          </a:xfrm>
          <a:prstGeom prst="ellipse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algn="bl" rotWithShape="0">
              <a:schemeClr val="l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3CB5310-EA7C-409D-C0C7-9A55BDC0F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49" y="123757"/>
            <a:ext cx="6293065" cy="1060955"/>
          </a:xfrm>
        </p:spPr>
        <p:txBody>
          <a:bodyPr/>
          <a:lstStyle/>
          <a:p>
            <a:r>
              <a:rPr lang="en-IN" dirty="0"/>
              <a:t>TECHNOLOGIES USED</a:t>
            </a:r>
          </a:p>
        </p:txBody>
      </p:sp>
    </p:spTree>
    <p:extLst>
      <p:ext uri="{BB962C8B-B14F-4D97-AF65-F5344CB8AC3E}">
        <p14:creationId xmlns:p14="http://schemas.microsoft.com/office/powerpoint/2010/main" val="20421959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>
          <a:extLst>
            <a:ext uri="{FF2B5EF4-FFF2-40B4-BE49-F238E27FC236}">
              <a16:creationId xmlns:a16="http://schemas.microsoft.com/office/drawing/2014/main" id="{E9578AC0-34F0-3CE2-4F52-4DD9045DD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5">
            <a:extLst>
              <a:ext uri="{FF2B5EF4-FFF2-40B4-BE49-F238E27FC236}">
                <a16:creationId xmlns:a16="http://schemas.microsoft.com/office/drawing/2014/main" id="{1001DA3C-D6E0-FA7C-B3C7-89D072DFD51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0" y="1374553"/>
            <a:ext cx="9034272" cy="36451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800" b="1" dirty="0"/>
              <a:t>Conclusion:</a:t>
            </a:r>
            <a:br>
              <a:rPr lang="en-US" sz="1800" dirty="0"/>
            </a:br>
            <a:r>
              <a:rPr lang="en-US" sz="1800" dirty="0" err="1"/>
              <a:t>DeadZone</a:t>
            </a:r>
            <a:r>
              <a:rPr lang="en-US" sz="1800" dirty="0"/>
              <a:t> successfully helps students identify their </a:t>
            </a:r>
            <a:r>
              <a:rPr lang="en-US" sz="1800" b="1" dirty="0"/>
              <a:t>productive study hours</a:t>
            </a:r>
            <a:r>
              <a:rPr lang="en-US" sz="1800" dirty="0"/>
              <a:t> and avoid time-wasting dead zones through simple analysis and visualization.</a:t>
            </a:r>
          </a:p>
          <a:p>
            <a:r>
              <a:rPr lang="en-US" sz="1800" b="1" dirty="0"/>
              <a:t>Future Enhancements:</a:t>
            </a:r>
            <a:endParaRPr lang="en-US" sz="1800" dirty="0"/>
          </a:p>
          <a:p>
            <a:r>
              <a:rPr lang="en-US" sz="1800" dirty="0"/>
              <a:t>AI-based study suggestions</a:t>
            </a:r>
          </a:p>
          <a:p>
            <a:r>
              <a:rPr lang="en-US" sz="1800" dirty="0"/>
              <a:t>Weekly &amp; monthly reports</a:t>
            </a:r>
          </a:p>
          <a:p>
            <a:r>
              <a:rPr lang="en-US" sz="1800" dirty="0"/>
              <a:t>Cloud sync &amp; login</a:t>
            </a:r>
          </a:p>
          <a:p>
            <a:r>
              <a:rPr lang="en-US" sz="1800" dirty="0"/>
              <a:t>Notifications &amp; reminders</a:t>
            </a:r>
          </a:p>
          <a:p>
            <a:r>
              <a:rPr lang="en-US" sz="1800" dirty="0"/>
              <a:t>Mobile app version</a:t>
            </a:r>
          </a:p>
          <a:p>
            <a:r>
              <a:rPr lang="en-US" sz="1800" b="1" dirty="0"/>
              <a:t>Final Message:</a:t>
            </a:r>
            <a:br>
              <a:rPr lang="en-US" sz="1800" dirty="0"/>
            </a:br>
            <a:r>
              <a:rPr lang="en-US" sz="1800" dirty="0"/>
              <a:t>✨ </a:t>
            </a:r>
            <a:r>
              <a:rPr lang="en-US" sz="1800" i="1" dirty="0"/>
              <a:t>Study at the right time, not all the time.</a:t>
            </a:r>
            <a:endParaRPr lang="en-US" sz="1800" dirty="0"/>
          </a:p>
          <a:p>
            <a:endParaRPr lang="en-IN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401" name="Google Shape;401;p35">
            <a:extLst>
              <a:ext uri="{FF2B5EF4-FFF2-40B4-BE49-F238E27FC236}">
                <a16:creationId xmlns:a16="http://schemas.microsoft.com/office/drawing/2014/main" id="{8AEC2481-A80F-AA0F-3736-BE4835BD1246}"/>
              </a:ext>
            </a:extLst>
          </p:cNvPr>
          <p:cNvGrpSpPr/>
          <p:nvPr/>
        </p:nvGrpSpPr>
        <p:grpSpPr>
          <a:xfrm>
            <a:off x="6268789" y="2182282"/>
            <a:ext cx="815273" cy="778936"/>
            <a:chOff x="5197375" y="2305475"/>
            <a:chExt cx="300650" cy="287250"/>
          </a:xfrm>
        </p:grpSpPr>
        <p:sp>
          <p:nvSpPr>
            <p:cNvPr id="402" name="Google Shape;402;p35">
              <a:extLst>
                <a:ext uri="{FF2B5EF4-FFF2-40B4-BE49-F238E27FC236}">
                  <a16:creationId xmlns:a16="http://schemas.microsoft.com/office/drawing/2014/main" id="{5744F454-93A7-06D6-2E16-098E3EECB191}"/>
                </a:ext>
              </a:extLst>
            </p:cNvPr>
            <p:cNvSpPr/>
            <p:nvPr/>
          </p:nvSpPr>
          <p:spPr>
            <a:xfrm>
              <a:off x="5197375" y="2305475"/>
              <a:ext cx="300650" cy="287250"/>
            </a:xfrm>
            <a:custGeom>
              <a:avLst/>
              <a:gdLst/>
              <a:ahLst/>
              <a:cxnLst/>
              <a:rect l="l" t="t" r="r" b="b"/>
              <a:pathLst>
                <a:path w="12026" h="11490" extrusionOk="0">
                  <a:moveTo>
                    <a:pt x="10990" y="1370"/>
                  </a:moveTo>
                  <a:cubicBezTo>
                    <a:pt x="11180" y="1370"/>
                    <a:pt x="11347" y="1536"/>
                    <a:pt x="11347" y="1727"/>
                  </a:cubicBezTo>
                  <a:lnTo>
                    <a:pt x="11347" y="3191"/>
                  </a:lnTo>
                  <a:lnTo>
                    <a:pt x="714" y="3191"/>
                  </a:lnTo>
                  <a:lnTo>
                    <a:pt x="714" y="1727"/>
                  </a:lnTo>
                  <a:cubicBezTo>
                    <a:pt x="714" y="1536"/>
                    <a:pt x="881" y="1370"/>
                    <a:pt x="1072" y="1370"/>
                  </a:cubicBezTo>
                  <a:lnTo>
                    <a:pt x="1881" y="1370"/>
                  </a:lnTo>
                  <a:lnTo>
                    <a:pt x="1881" y="1691"/>
                  </a:lnTo>
                  <a:cubicBezTo>
                    <a:pt x="1881" y="1882"/>
                    <a:pt x="2048" y="2048"/>
                    <a:pt x="2238" y="2048"/>
                  </a:cubicBezTo>
                  <a:cubicBezTo>
                    <a:pt x="2429" y="2048"/>
                    <a:pt x="2596" y="1882"/>
                    <a:pt x="2596" y="1691"/>
                  </a:cubicBezTo>
                  <a:lnTo>
                    <a:pt x="2596" y="1370"/>
                  </a:lnTo>
                  <a:lnTo>
                    <a:pt x="4405" y="1370"/>
                  </a:lnTo>
                  <a:lnTo>
                    <a:pt x="4405" y="1691"/>
                  </a:lnTo>
                  <a:cubicBezTo>
                    <a:pt x="4405" y="1882"/>
                    <a:pt x="4572" y="2048"/>
                    <a:pt x="4763" y="2048"/>
                  </a:cubicBezTo>
                  <a:cubicBezTo>
                    <a:pt x="4965" y="2048"/>
                    <a:pt x="5120" y="1882"/>
                    <a:pt x="5120" y="1691"/>
                  </a:cubicBezTo>
                  <a:lnTo>
                    <a:pt x="5120" y="1370"/>
                  </a:lnTo>
                  <a:lnTo>
                    <a:pt x="6941" y="1370"/>
                  </a:lnTo>
                  <a:lnTo>
                    <a:pt x="6941" y="1691"/>
                  </a:lnTo>
                  <a:cubicBezTo>
                    <a:pt x="6941" y="1882"/>
                    <a:pt x="7108" y="2048"/>
                    <a:pt x="7299" y="2048"/>
                  </a:cubicBezTo>
                  <a:cubicBezTo>
                    <a:pt x="7489" y="2048"/>
                    <a:pt x="7656" y="1882"/>
                    <a:pt x="7656" y="1691"/>
                  </a:cubicBezTo>
                  <a:lnTo>
                    <a:pt x="7656" y="1370"/>
                  </a:lnTo>
                  <a:lnTo>
                    <a:pt x="9466" y="1370"/>
                  </a:lnTo>
                  <a:lnTo>
                    <a:pt x="9466" y="1691"/>
                  </a:lnTo>
                  <a:cubicBezTo>
                    <a:pt x="9466" y="1882"/>
                    <a:pt x="9632" y="2048"/>
                    <a:pt x="9823" y="2048"/>
                  </a:cubicBezTo>
                  <a:cubicBezTo>
                    <a:pt x="10025" y="2048"/>
                    <a:pt x="10180" y="1882"/>
                    <a:pt x="10180" y="1691"/>
                  </a:cubicBezTo>
                  <a:lnTo>
                    <a:pt x="10180" y="1370"/>
                  </a:lnTo>
                  <a:close/>
                  <a:moveTo>
                    <a:pt x="11311" y="3906"/>
                  </a:moveTo>
                  <a:lnTo>
                    <a:pt x="11311" y="10454"/>
                  </a:lnTo>
                  <a:cubicBezTo>
                    <a:pt x="11311" y="10645"/>
                    <a:pt x="11156" y="10811"/>
                    <a:pt x="10954" y="10811"/>
                  </a:cubicBezTo>
                  <a:lnTo>
                    <a:pt x="1072" y="10811"/>
                  </a:lnTo>
                  <a:cubicBezTo>
                    <a:pt x="881" y="10811"/>
                    <a:pt x="714" y="10645"/>
                    <a:pt x="714" y="10454"/>
                  </a:cubicBezTo>
                  <a:lnTo>
                    <a:pt x="714" y="3906"/>
                  </a:lnTo>
                  <a:close/>
                  <a:moveTo>
                    <a:pt x="2215" y="0"/>
                  </a:moveTo>
                  <a:cubicBezTo>
                    <a:pt x="2024" y="0"/>
                    <a:pt x="1857" y="167"/>
                    <a:pt x="1857" y="358"/>
                  </a:cubicBezTo>
                  <a:lnTo>
                    <a:pt x="1857" y="679"/>
                  </a:lnTo>
                  <a:lnTo>
                    <a:pt x="1060" y="679"/>
                  </a:lnTo>
                  <a:cubicBezTo>
                    <a:pt x="476" y="679"/>
                    <a:pt x="0" y="1155"/>
                    <a:pt x="0" y="1727"/>
                  </a:cubicBezTo>
                  <a:lnTo>
                    <a:pt x="0" y="10442"/>
                  </a:lnTo>
                  <a:cubicBezTo>
                    <a:pt x="0" y="11014"/>
                    <a:pt x="476" y="11490"/>
                    <a:pt x="1060" y="11490"/>
                  </a:cubicBezTo>
                  <a:lnTo>
                    <a:pt x="10942" y="11490"/>
                  </a:lnTo>
                  <a:cubicBezTo>
                    <a:pt x="11525" y="11490"/>
                    <a:pt x="12002" y="11014"/>
                    <a:pt x="12002" y="10442"/>
                  </a:cubicBezTo>
                  <a:lnTo>
                    <a:pt x="12002" y="1727"/>
                  </a:lnTo>
                  <a:cubicBezTo>
                    <a:pt x="12025" y="1155"/>
                    <a:pt x="11549" y="679"/>
                    <a:pt x="10978" y="679"/>
                  </a:cubicBezTo>
                  <a:lnTo>
                    <a:pt x="10168" y="679"/>
                  </a:lnTo>
                  <a:lnTo>
                    <a:pt x="10168" y="358"/>
                  </a:lnTo>
                  <a:cubicBezTo>
                    <a:pt x="10168" y="167"/>
                    <a:pt x="10001" y="0"/>
                    <a:pt x="9811" y="0"/>
                  </a:cubicBezTo>
                  <a:cubicBezTo>
                    <a:pt x="9620" y="0"/>
                    <a:pt x="9454" y="167"/>
                    <a:pt x="9454" y="358"/>
                  </a:cubicBezTo>
                  <a:lnTo>
                    <a:pt x="9454" y="679"/>
                  </a:lnTo>
                  <a:lnTo>
                    <a:pt x="7632" y="679"/>
                  </a:lnTo>
                  <a:lnTo>
                    <a:pt x="7632" y="358"/>
                  </a:lnTo>
                  <a:cubicBezTo>
                    <a:pt x="7632" y="167"/>
                    <a:pt x="7477" y="0"/>
                    <a:pt x="7275" y="0"/>
                  </a:cubicBezTo>
                  <a:cubicBezTo>
                    <a:pt x="7084" y="0"/>
                    <a:pt x="6918" y="167"/>
                    <a:pt x="6918" y="358"/>
                  </a:cubicBezTo>
                  <a:lnTo>
                    <a:pt x="6918" y="679"/>
                  </a:lnTo>
                  <a:lnTo>
                    <a:pt x="5108" y="679"/>
                  </a:lnTo>
                  <a:lnTo>
                    <a:pt x="5108" y="358"/>
                  </a:lnTo>
                  <a:cubicBezTo>
                    <a:pt x="5108" y="167"/>
                    <a:pt x="4941" y="0"/>
                    <a:pt x="4751" y="0"/>
                  </a:cubicBezTo>
                  <a:cubicBezTo>
                    <a:pt x="4560" y="0"/>
                    <a:pt x="4393" y="167"/>
                    <a:pt x="4393" y="358"/>
                  </a:cubicBezTo>
                  <a:lnTo>
                    <a:pt x="4393" y="679"/>
                  </a:lnTo>
                  <a:lnTo>
                    <a:pt x="2572" y="679"/>
                  </a:lnTo>
                  <a:lnTo>
                    <a:pt x="2572" y="358"/>
                  </a:lnTo>
                  <a:cubicBezTo>
                    <a:pt x="2572" y="167"/>
                    <a:pt x="2417" y="0"/>
                    <a:pt x="221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100013" algn="bl" rotWithShape="0">
                <a:schemeClr val="accent2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35">
              <a:extLst>
                <a:ext uri="{FF2B5EF4-FFF2-40B4-BE49-F238E27FC236}">
                  <a16:creationId xmlns:a16="http://schemas.microsoft.com/office/drawing/2014/main" id="{184C414F-27F4-AFE9-0636-01FE514D7874}"/>
                </a:ext>
              </a:extLst>
            </p:cNvPr>
            <p:cNvSpPr/>
            <p:nvPr/>
          </p:nvSpPr>
          <p:spPr>
            <a:xfrm>
              <a:off x="5307500" y="2423950"/>
              <a:ext cx="80975" cy="134550"/>
            </a:xfrm>
            <a:custGeom>
              <a:avLst/>
              <a:gdLst/>
              <a:ahLst/>
              <a:cxnLst/>
              <a:rect l="l" t="t" r="r" b="b"/>
              <a:pathLst>
                <a:path w="3239" h="5382" extrusionOk="0">
                  <a:moveTo>
                    <a:pt x="1632" y="0"/>
                  </a:moveTo>
                  <a:cubicBezTo>
                    <a:pt x="1429" y="0"/>
                    <a:pt x="1262" y="167"/>
                    <a:pt x="1262" y="357"/>
                  </a:cubicBezTo>
                  <a:lnTo>
                    <a:pt x="1262" y="714"/>
                  </a:lnTo>
                  <a:cubicBezTo>
                    <a:pt x="453" y="714"/>
                    <a:pt x="12" y="1274"/>
                    <a:pt x="12" y="1869"/>
                  </a:cubicBezTo>
                  <a:cubicBezTo>
                    <a:pt x="0" y="2512"/>
                    <a:pt x="524" y="3036"/>
                    <a:pt x="1167" y="3036"/>
                  </a:cubicBezTo>
                  <a:lnTo>
                    <a:pt x="2060" y="3036"/>
                  </a:lnTo>
                  <a:cubicBezTo>
                    <a:pt x="2310" y="3036"/>
                    <a:pt x="2524" y="3239"/>
                    <a:pt x="2524" y="3501"/>
                  </a:cubicBezTo>
                  <a:cubicBezTo>
                    <a:pt x="2524" y="3751"/>
                    <a:pt x="2310" y="3953"/>
                    <a:pt x="2060" y="3953"/>
                  </a:cubicBezTo>
                  <a:lnTo>
                    <a:pt x="1120" y="3953"/>
                  </a:lnTo>
                  <a:cubicBezTo>
                    <a:pt x="1000" y="3953"/>
                    <a:pt x="870" y="3917"/>
                    <a:pt x="762" y="3834"/>
                  </a:cubicBezTo>
                  <a:cubicBezTo>
                    <a:pt x="698" y="3797"/>
                    <a:pt x="627" y="3778"/>
                    <a:pt x="557" y="3778"/>
                  </a:cubicBezTo>
                  <a:cubicBezTo>
                    <a:pt x="446" y="3778"/>
                    <a:pt x="340" y="3827"/>
                    <a:pt x="274" y="3929"/>
                  </a:cubicBezTo>
                  <a:cubicBezTo>
                    <a:pt x="167" y="4096"/>
                    <a:pt x="203" y="4310"/>
                    <a:pt x="358" y="4417"/>
                  </a:cubicBezTo>
                  <a:cubicBezTo>
                    <a:pt x="692" y="4651"/>
                    <a:pt x="992" y="4668"/>
                    <a:pt x="1177" y="4668"/>
                  </a:cubicBezTo>
                  <a:cubicBezTo>
                    <a:pt x="1209" y="4668"/>
                    <a:pt x="1238" y="4667"/>
                    <a:pt x="1262" y="4667"/>
                  </a:cubicBezTo>
                  <a:lnTo>
                    <a:pt x="1262" y="5025"/>
                  </a:lnTo>
                  <a:cubicBezTo>
                    <a:pt x="1262" y="5227"/>
                    <a:pt x="1429" y="5382"/>
                    <a:pt x="1632" y="5382"/>
                  </a:cubicBezTo>
                  <a:cubicBezTo>
                    <a:pt x="1822" y="5382"/>
                    <a:pt x="1989" y="5227"/>
                    <a:pt x="1989" y="5025"/>
                  </a:cubicBezTo>
                  <a:lnTo>
                    <a:pt x="1989" y="4667"/>
                  </a:lnTo>
                  <a:cubicBezTo>
                    <a:pt x="2798" y="4667"/>
                    <a:pt x="3239" y="4108"/>
                    <a:pt x="3239" y="3512"/>
                  </a:cubicBezTo>
                  <a:cubicBezTo>
                    <a:pt x="3239" y="2869"/>
                    <a:pt x="2715" y="2346"/>
                    <a:pt x="2072" y="2346"/>
                  </a:cubicBezTo>
                  <a:lnTo>
                    <a:pt x="1179" y="2346"/>
                  </a:lnTo>
                  <a:cubicBezTo>
                    <a:pt x="929" y="2346"/>
                    <a:pt x="715" y="2143"/>
                    <a:pt x="715" y="1893"/>
                  </a:cubicBezTo>
                  <a:cubicBezTo>
                    <a:pt x="715" y="1631"/>
                    <a:pt x="929" y="1429"/>
                    <a:pt x="1179" y="1429"/>
                  </a:cubicBezTo>
                  <a:lnTo>
                    <a:pt x="2048" y="1429"/>
                  </a:lnTo>
                  <a:cubicBezTo>
                    <a:pt x="2227" y="1429"/>
                    <a:pt x="2382" y="1500"/>
                    <a:pt x="2501" y="1631"/>
                  </a:cubicBezTo>
                  <a:cubicBezTo>
                    <a:pt x="2575" y="1712"/>
                    <a:pt x="2669" y="1750"/>
                    <a:pt x="2764" y="1750"/>
                  </a:cubicBezTo>
                  <a:cubicBezTo>
                    <a:pt x="2851" y="1750"/>
                    <a:pt x="2938" y="1718"/>
                    <a:pt x="3013" y="1655"/>
                  </a:cubicBezTo>
                  <a:cubicBezTo>
                    <a:pt x="3156" y="1512"/>
                    <a:pt x="3156" y="1298"/>
                    <a:pt x="3025" y="1143"/>
                  </a:cubicBezTo>
                  <a:cubicBezTo>
                    <a:pt x="2775" y="857"/>
                    <a:pt x="2429" y="714"/>
                    <a:pt x="1989" y="714"/>
                  </a:cubicBezTo>
                  <a:lnTo>
                    <a:pt x="1989" y="357"/>
                  </a:lnTo>
                  <a:cubicBezTo>
                    <a:pt x="1989" y="167"/>
                    <a:pt x="1822" y="0"/>
                    <a:pt x="163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100013" algn="bl" rotWithShape="0">
                <a:schemeClr val="accent2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4" name="Google Shape;404;p35">
            <a:extLst>
              <a:ext uri="{FF2B5EF4-FFF2-40B4-BE49-F238E27FC236}">
                <a16:creationId xmlns:a16="http://schemas.microsoft.com/office/drawing/2014/main" id="{19B43E3C-843B-42CB-AABF-D34CD0C31F89}"/>
              </a:ext>
            </a:extLst>
          </p:cNvPr>
          <p:cNvSpPr/>
          <p:nvPr/>
        </p:nvSpPr>
        <p:spPr>
          <a:xfrm>
            <a:off x="4787200" y="2548028"/>
            <a:ext cx="714982" cy="675268"/>
          </a:xfrm>
          <a:custGeom>
            <a:avLst/>
            <a:gdLst/>
            <a:ahLst/>
            <a:cxnLst/>
            <a:rect l="l" t="t" r="r" b="b"/>
            <a:pathLst>
              <a:path w="23314" h="22019" extrusionOk="0">
                <a:moveTo>
                  <a:pt x="9300" y="1306"/>
                </a:moveTo>
                <a:cubicBezTo>
                  <a:pt x="12241" y="1306"/>
                  <a:pt x="15182" y="2427"/>
                  <a:pt x="17420" y="4671"/>
                </a:cubicBezTo>
                <a:cubicBezTo>
                  <a:pt x="21753" y="9005"/>
                  <a:pt x="21908" y="15934"/>
                  <a:pt x="17872" y="20446"/>
                </a:cubicBezTo>
                <a:lnTo>
                  <a:pt x="1644" y="4218"/>
                </a:lnTo>
                <a:cubicBezTo>
                  <a:pt x="3820" y="2278"/>
                  <a:pt x="6560" y="1306"/>
                  <a:pt x="9300" y="1306"/>
                </a:cubicBezTo>
                <a:close/>
                <a:moveTo>
                  <a:pt x="9293" y="0"/>
                </a:moveTo>
                <a:cubicBezTo>
                  <a:pt x="6019" y="0"/>
                  <a:pt x="2745" y="1248"/>
                  <a:pt x="251" y="3742"/>
                </a:cubicBezTo>
                <a:cubicBezTo>
                  <a:pt x="1" y="4004"/>
                  <a:pt x="1" y="4421"/>
                  <a:pt x="251" y="4671"/>
                </a:cubicBezTo>
                <a:lnTo>
                  <a:pt x="17420" y="21828"/>
                </a:lnTo>
                <a:cubicBezTo>
                  <a:pt x="17562" y="21958"/>
                  <a:pt x="17717" y="22018"/>
                  <a:pt x="17884" y="22018"/>
                </a:cubicBezTo>
                <a:cubicBezTo>
                  <a:pt x="18051" y="22018"/>
                  <a:pt x="18217" y="21958"/>
                  <a:pt x="18336" y="21828"/>
                </a:cubicBezTo>
                <a:cubicBezTo>
                  <a:pt x="23313" y="16839"/>
                  <a:pt x="23313" y="8731"/>
                  <a:pt x="18336" y="3742"/>
                </a:cubicBezTo>
                <a:cubicBezTo>
                  <a:pt x="15842" y="1248"/>
                  <a:pt x="12568" y="0"/>
                  <a:pt x="929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342900" algn="bl" rotWithShape="0">
              <a:schemeClr val="accent3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" name="Google Shape;405;p35">
            <a:extLst>
              <a:ext uri="{FF2B5EF4-FFF2-40B4-BE49-F238E27FC236}">
                <a16:creationId xmlns:a16="http://schemas.microsoft.com/office/drawing/2014/main" id="{0C31C7CE-93DD-7FB9-535F-F6F5FF4B5323}"/>
              </a:ext>
            </a:extLst>
          </p:cNvPr>
          <p:cNvSpPr/>
          <p:nvPr/>
        </p:nvSpPr>
        <p:spPr>
          <a:xfrm rot="-1865276">
            <a:off x="7576853" y="1373887"/>
            <a:ext cx="389168" cy="648493"/>
          </a:xfrm>
          <a:custGeom>
            <a:avLst/>
            <a:gdLst/>
            <a:ahLst/>
            <a:cxnLst/>
            <a:rect l="l" t="t" r="r" b="b"/>
            <a:pathLst>
              <a:path w="18385" h="30636" extrusionOk="0">
                <a:moveTo>
                  <a:pt x="9645" y="2692"/>
                </a:moveTo>
                <a:lnTo>
                  <a:pt x="16598" y="14669"/>
                </a:lnTo>
                <a:lnTo>
                  <a:pt x="8466" y="14669"/>
                </a:lnTo>
                <a:lnTo>
                  <a:pt x="9371" y="5454"/>
                </a:lnTo>
                <a:lnTo>
                  <a:pt x="9645" y="2692"/>
                </a:lnTo>
                <a:close/>
                <a:moveTo>
                  <a:pt x="8264" y="3537"/>
                </a:moveTo>
                <a:lnTo>
                  <a:pt x="8026" y="5990"/>
                </a:lnTo>
                <a:lnTo>
                  <a:pt x="7180" y="14681"/>
                </a:lnTo>
                <a:lnTo>
                  <a:pt x="1799" y="14681"/>
                </a:lnTo>
                <a:lnTo>
                  <a:pt x="8264" y="3537"/>
                </a:lnTo>
                <a:close/>
                <a:moveTo>
                  <a:pt x="7180" y="15979"/>
                </a:moveTo>
                <a:lnTo>
                  <a:pt x="8026" y="24671"/>
                </a:lnTo>
                <a:lnTo>
                  <a:pt x="8264" y="27123"/>
                </a:lnTo>
                <a:lnTo>
                  <a:pt x="1799" y="15979"/>
                </a:lnTo>
                <a:close/>
                <a:moveTo>
                  <a:pt x="16598" y="15979"/>
                </a:moveTo>
                <a:lnTo>
                  <a:pt x="9645" y="27957"/>
                </a:lnTo>
                <a:lnTo>
                  <a:pt x="9383" y="25194"/>
                </a:lnTo>
                <a:lnTo>
                  <a:pt x="8466" y="15979"/>
                </a:lnTo>
                <a:close/>
                <a:moveTo>
                  <a:pt x="9050" y="1"/>
                </a:moveTo>
                <a:cubicBezTo>
                  <a:pt x="9038" y="1"/>
                  <a:pt x="9014" y="13"/>
                  <a:pt x="9002" y="13"/>
                </a:cubicBezTo>
                <a:cubicBezTo>
                  <a:pt x="8978" y="25"/>
                  <a:pt x="8942" y="25"/>
                  <a:pt x="8919" y="37"/>
                </a:cubicBezTo>
                <a:cubicBezTo>
                  <a:pt x="8883" y="60"/>
                  <a:pt x="8859" y="72"/>
                  <a:pt x="8811" y="96"/>
                </a:cubicBezTo>
                <a:cubicBezTo>
                  <a:pt x="8776" y="120"/>
                  <a:pt x="8764" y="132"/>
                  <a:pt x="8740" y="156"/>
                </a:cubicBezTo>
                <a:cubicBezTo>
                  <a:pt x="8704" y="191"/>
                  <a:pt x="8680" y="215"/>
                  <a:pt x="8669" y="251"/>
                </a:cubicBezTo>
                <a:lnTo>
                  <a:pt x="8621" y="298"/>
                </a:lnTo>
                <a:lnTo>
                  <a:pt x="96" y="15003"/>
                </a:lnTo>
                <a:cubicBezTo>
                  <a:pt x="72" y="15015"/>
                  <a:pt x="72" y="15026"/>
                  <a:pt x="72" y="15038"/>
                </a:cubicBezTo>
                <a:cubicBezTo>
                  <a:pt x="60" y="15074"/>
                  <a:pt x="48" y="15122"/>
                  <a:pt x="37" y="15146"/>
                </a:cubicBezTo>
                <a:cubicBezTo>
                  <a:pt x="37" y="15181"/>
                  <a:pt x="37" y="15193"/>
                  <a:pt x="13" y="15217"/>
                </a:cubicBezTo>
                <a:cubicBezTo>
                  <a:pt x="13" y="15253"/>
                  <a:pt x="1" y="15277"/>
                  <a:pt x="1" y="15312"/>
                </a:cubicBezTo>
                <a:cubicBezTo>
                  <a:pt x="1" y="15336"/>
                  <a:pt x="13" y="15372"/>
                  <a:pt x="13" y="15396"/>
                </a:cubicBezTo>
                <a:cubicBezTo>
                  <a:pt x="13" y="15431"/>
                  <a:pt x="13" y="15443"/>
                  <a:pt x="37" y="15479"/>
                </a:cubicBezTo>
                <a:cubicBezTo>
                  <a:pt x="48" y="15515"/>
                  <a:pt x="60" y="15550"/>
                  <a:pt x="72" y="15574"/>
                </a:cubicBezTo>
                <a:cubicBezTo>
                  <a:pt x="72" y="15598"/>
                  <a:pt x="96" y="15610"/>
                  <a:pt x="96" y="15622"/>
                </a:cubicBezTo>
                <a:lnTo>
                  <a:pt x="8621" y="30326"/>
                </a:lnTo>
                <a:cubicBezTo>
                  <a:pt x="8633" y="30362"/>
                  <a:pt x="8645" y="30374"/>
                  <a:pt x="8669" y="30386"/>
                </a:cubicBezTo>
                <a:lnTo>
                  <a:pt x="8704" y="30433"/>
                </a:lnTo>
                <a:cubicBezTo>
                  <a:pt x="8740" y="30481"/>
                  <a:pt x="8776" y="30505"/>
                  <a:pt x="8823" y="30540"/>
                </a:cubicBezTo>
                <a:cubicBezTo>
                  <a:pt x="8835" y="30540"/>
                  <a:pt x="8835" y="30552"/>
                  <a:pt x="8859" y="30552"/>
                </a:cubicBezTo>
                <a:cubicBezTo>
                  <a:pt x="8919" y="30576"/>
                  <a:pt x="8978" y="30612"/>
                  <a:pt x="9038" y="30624"/>
                </a:cubicBezTo>
                <a:lnTo>
                  <a:pt x="9050" y="30624"/>
                </a:lnTo>
                <a:cubicBezTo>
                  <a:pt x="9097" y="30636"/>
                  <a:pt x="9133" y="30636"/>
                  <a:pt x="9181" y="30636"/>
                </a:cubicBezTo>
                <a:cubicBezTo>
                  <a:pt x="9240" y="30636"/>
                  <a:pt x="9300" y="30624"/>
                  <a:pt x="9359" y="30612"/>
                </a:cubicBezTo>
                <a:lnTo>
                  <a:pt x="9371" y="30612"/>
                </a:lnTo>
                <a:cubicBezTo>
                  <a:pt x="9395" y="30612"/>
                  <a:pt x="9395" y="30600"/>
                  <a:pt x="9407" y="30600"/>
                </a:cubicBezTo>
                <a:cubicBezTo>
                  <a:pt x="9454" y="30576"/>
                  <a:pt x="9490" y="30552"/>
                  <a:pt x="9538" y="30516"/>
                </a:cubicBezTo>
                <a:lnTo>
                  <a:pt x="9585" y="30481"/>
                </a:lnTo>
                <a:cubicBezTo>
                  <a:pt x="9621" y="30445"/>
                  <a:pt x="9657" y="30421"/>
                  <a:pt x="9693" y="30374"/>
                </a:cubicBezTo>
                <a:cubicBezTo>
                  <a:pt x="9704" y="30362"/>
                  <a:pt x="9716" y="30338"/>
                  <a:pt x="9716" y="30326"/>
                </a:cubicBezTo>
                <a:cubicBezTo>
                  <a:pt x="9752" y="30362"/>
                  <a:pt x="9752" y="30362"/>
                  <a:pt x="9764" y="30362"/>
                </a:cubicBezTo>
                <a:lnTo>
                  <a:pt x="18289" y="15658"/>
                </a:lnTo>
                <a:cubicBezTo>
                  <a:pt x="18301" y="15634"/>
                  <a:pt x="18301" y="15622"/>
                  <a:pt x="18301" y="15610"/>
                </a:cubicBezTo>
                <a:cubicBezTo>
                  <a:pt x="18325" y="15574"/>
                  <a:pt x="18336" y="15527"/>
                  <a:pt x="18348" y="15503"/>
                </a:cubicBezTo>
                <a:cubicBezTo>
                  <a:pt x="18348" y="15479"/>
                  <a:pt x="18348" y="15455"/>
                  <a:pt x="18360" y="15431"/>
                </a:cubicBezTo>
                <a:cubicBezTo>
                  <a:pt x="18360" y="15396"/>
                  <a:pt x="18384" y="15372"/>
                  <a:pt x="18384" y="15336"/>
                </a:cubicBezTo>
                <a:cubicBezTo>
                  <a:pt x="18384" y="15312"/>
                  <a:pt x="18360" y="15277"/>
                  <a:pt x="18360" y="15253"/>
                </a:cubicBezTo>
                <a:cubicBezTo>
                  <a:pt x="18360" y="15217"/>
                  <a:pt x="18360" y="15205"/>
                  <a:pt x="18348" y="15181"/>
                </a:cubicBezTo>
                <a:cubicBezTo>
                  <a:pt x="18336" y="15134"/>
                  <a:pt x="18325" y="15098"/>
                  <a:pt x="18301" y="15074"/>
                </a:cubicBezTo>
                <a:cubicBezTo>
                  <a:pt x="18301" y="15062"/>
                  <a:pt x="18289" y="15038"/>
                  <a:pt x="18289" y="15026"/>
                </a:cubicBezTo>
                <a:lnTo>
                  <a:pt x="9764" y="322"/>
                </a:lnTo>
                <a:lnTo>
                  <a:pt x="9752" y="310"/>
                </a:lnTo>
                <a:cubicBezTo>
                  <a:pt x="9740" y="275"/>
                  <a:pt x="9704" y="263"/>
                  <a:pt x="9693" y="239"/>
                </a:cubicBezTo>
                <a:cubicBezTo>
                  <a:pt x="9657" y="203"/>
                  <a:pt x="9645" y="179"/>
                  <a:pt x="9621" y="144"/>
                </a:cubicBezTo>
                <a:cubicBezTo>
                  <a:pt x="9597" y="132"/>
                  <a:pt x="9573" y="120"/>
                  <a:pt x="9538" y="96"/>
                </a:cubicBezTo>
                <a:cubicBezTo>
                  <a:pt x="9514" y="72"/>
                  <a:pt x="9466" y="60"/>
                  <a:pt x="9419" y="37"/>
                </a:cubicBezTo>
                <a:cubicBezTo>
                  <a:pt x="9407" y="37"/>
                  <a:pt x="9407" y="25"/>
                  <a:pt x="9395" y="25"/>
                </a:cubicBezTo>
                <a:cubicBezTo>
                  <a:pt x="9383" y="25"/>
                  <a:pt x="9347" y="25"/>
                  <a:pt x="9335" y="13"/>
                </a:cubicBezTo>
                <a:cubicBezTo>
                  <a:pt x="9288" y="1"/>
                  <a:pt x="9264" y="1"/>
                  <a:pt x="9216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114300" algn="bl" rotWithShape="0">
              <a:schemeClr val="accent3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35">
            <a:extLst>
              <a:ext uri="{FF2B5EF4-FFF2-40B4-BE49-F238E27FC236}">
                <a16:creationId xmlns:a16="http://schemas.microsoft.com/office/drawing/2014/main" id="{FB68D00A-6700-24A0-8448-9F44009EF7C9}"/>
              </a:ext>
            </a:extLst>
          </p:cNvPr>
          <p:cNvSpPr/>
          <p:nvPr/>
        </p:nvSpPr>
        <p:spPr>
          <a:xfrm>
            <a:off x="7547150" y="2587338"/>
            <a:ext cx="237550" cy="296650"/>
          </a:xfrm>
          <a:custGeom>
            <a:avLst/>
            <a:gdLst/>
            <a:ahLst/>
            <a:cxnLst/>
            <a:rect l="l" t="t" r="r" b="b"/>
            <a:pathLst>
              <a:path w="9502" h="11866" extrusionOk="0">
                <a:moveTo>
                  <a:pt x="1298" y="1840"/>
                </a:moveTo>
                <a:lnTo>
                  <a:pt x="7632" y="5936"/>
                </a:lnTo>
                <a:lnTo>
                  <a:pt x="1298" y="10032"/>
                </a:lnTo>
                <a:lnTo>
                  <a:pt x="1298" y="1840"/>
                </a:lnTo>
                <a:close/>
                <a:moveTo>
                  <a:pt x="638" y="1"/>
                </a:moveTo>
                <a:cubicBezTo>
                  <a:pt x="536" y="1"/>
                  <a:pt x="435" y="26"/>
                  <a:pt x="346" y="78"/>
                </a:cubicBezTo>
                <a:cubicBezTo>
                  <a:pt x="131" y="185"/>
                  <a:pt x="0" y="411"/>
                  <a:pt x="0" y="650"/>
                </a:cubicBezTo>
                <a:lnTo>
                  <a:pt x="0" y="11234"/>
                </a:lnTo>
                <a:cubicBezTo>
                  <a:pt x="0" y="11472"/>
                  <a:pt x="131" y="11675"/>
                  <a:pt x="346" y="11794"/>
                </a:cubicBezTo>
                <a:cubicBezTo>
                  <a:pt x="453" y="11841"/>
                  <a:pt x="548" y="11865"/>
                  <a:pt x="655" y="11865"/>
                </a:cubicBezTo>
                <a:cubicBezTo>
                  <a:pt x="774" y="11865"/>
                  <a:pt x="893" y="11841"/>
                  <a:pt x="1012" y="11806"/>
                </a:cubicBezTo>
                <a:lnTo>
                  <a:pt x="9204" y="6507"/>
                </a:lnTo>
                <a:cubicBezTo>
                  <a:pt x="9382" y="6388"/>
                  <a:pt x="9502" y="6186"/>
                  <a:pt x="9502" y="5960"/>
                </a:cubicBezTo>
                <a:cubicBezTo>
                  <a:pt x="9502" y="5734"/>
                  <a:pt x="9382" y="5531"/>
                  <a:pt x="9204" y="5412"/>
                </a:cubicBezTo>
                <a:lnTo>
                  <a:pt x="1012" y="114"/>
                </a:lnTo>
                <a:cubicBezTo>
                  <a:pt x="899" y="41"/>
                  <a:pt x="767" y="1"/>
                  <a:pt x="638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100013" algn="bl" rotWithShape="0">
              <a:schemeClr val="accent3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p35">
            <a:extLst>
              <a:ext uri="{FF2B5EF4-FFF2-40B4-BE49-F238E27FC236}">
                <a16:creationId xmlns:a16="http://schemas.microsoft.com/office/drawing/2014/main" id="{654149A6-7E30-2B26-7A04-709D00CCC92F}"/>
              </a:ext>
            </a:extLst>
          </p:cNvPr>
          <p:cNvSpPr/>
          <p:nvPr/>
        </p:nvSpPr>
        <p:spPr>
          <a:xfrm>
            <a:off x="5951675" y="3300312"/>
            <a:ext cx="317121" cy="296656"/>
          </a:xfrm>
          <a:custGeom>
            <a:avLst/>
            <a:gdLst/>
            <a:ahLst/>
            <a:cxnLst/>
            <a:rect l="l" t="t" r="r" b="b"/>
            <a:pathLst>
              <a:path w="9133" h="8543" extrusionOk="0">
                <a:moveTo>
                  <a:pt x="7481" y="0"/>
                </a:moveTo>
                <a:cubicBezTo>
                  <a:pt x="7385" y="0"/>
                  <a:pt x="7286" y="21"/>
                  <a:pt x="7191" y="65"/>
                </a:cubicBezTo>
                <a:cubicBezTo>
                  <a:pt x="6858" y="220"/>
                  <a:pt x="6727" y="601"/>
                  <a:pt x="6894" y="934"/>
                </a:cubicBezTo>
                <a:cubicBezTo>
                  <a:pt x="7715" y="2613"/>
                  <a:pt x="7382" y="4637"/>
                  <a:pt x="6060" y="5959"/>
                </a:cubicBezTo>
                <a:cubicBezTo>
                  <a:pt x="5223" y="6803"/>
                  <a:pt x="4105" y="7247"/>
                  <a:pt x="2971" y="7247"/>
                </a:cubicBezTo>
                <a:cubicBezTo>
                  <a:pt x="2314" y="7247"/>
                  <a:pt x="1652" y="7098"/>
                  <a:pt x="1036" y="6792"/>
                </a:cubicBezTo>
                <a:cubicBezTo>
                  <a:pt x="945" y="6748"/>
                  <a:pt x="848" y="6727"/>
                  <a:pt x="754" y="6727"/>
                </a:cubicBezTo>
                <a:cubicBezTo>
                  <a:pt x="515" y="6727"/>
                  <a:pt x="286" y="6860"/>
                  <a:pt x="167" y="7090"/>
                </a:cubicBezTo>
                <a:cubicBezTo>
                  <a:pt x="0" y="7411"/>
                  <a:pt x="143" y="7792"/>
                  <a:pt x="464" y="7959"/>
                </a:cubicBezTo>
                <a:cubicBezTo>
                  <a:pt x="1250" y="8340"/>
                  <a:pt x="2119" y="8542"/>
                  <a:pt x="2965" y="8542"/>
                </a:cubicBezTo>
                <a:cubicBezTo>
                  <a:pt x="4429" y="8542"/>
                  <a:pt x="5882" y="7971"/>
                  <a:pt x="6977" y="6888"/>
                </a:cubicBezTo>
                <a:cubicBezTo>
                  <a:pt x="8692" y="5173"/>
                  <a:pt x="9132" y="2554"/>
                  <a:pt x="8049" y="363"/>
                </a:cubicBezTo>
                <a:cubicBezTo>
                  <a:pt x="7946" y="133"/>
                  <a:pt x="7722" y="0"/>
                  <a:pt x="748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100013" algn="bl" rotWithShape="0">
              <a:schemeClr val="accent3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35">
            <a:extLst>
              <a:ext uri="{FF2B5EF4-FFF2-40B4-BE49-F238E27FC236}">
                <a16:creationId xmlns:a16="http://schemas.microsoft.com/office/drawing/2014/main" id="{B7985077-81C3-533D-B053-303ABC015F01}"/>
              </a:ext>
            </a:extLst>
          </p:cNvPr>
          <p:cNvSpPr/>
          <p:nvPr/>
        </p:nvSpPr>
        <p:spPr>
          <a:xfrm rot="1650174">
            <a:off x="7204867" y="3701072"/>
            <a:ext cx="32750" cy="302754"/>
          </a:xfrm>
          <a:custGeom>
            <a:avLst/>
            <a:gdLst/>
            <a:ahLst/>
            <a:cxnLst/>
            <a:rect l="l" t="t" r="r" b="b"/>
            <a:pathLst>
              <a:path w="1310" h="12110" extrusionOk="0">
                <a:moveTo>
                  <a:pt x="655" y="0"/>
                </a:moveTo>
                <a:cubicBezTo>
                  <a:pt x="298" y="0"/>
                  <a:pt x="0" y="298"/>
                  <a:pt x="0" y="655"/>
                </a:cubicBezTo>
                <a:lnTo>
                  <a:pt x="0" y="11454"/>
                </a:lnTo>
                <a:cubicBezTo>
                  <a:pt x="0" y="11811"/>
                  <a:pt x="298" y="12109"/>
                  <a:pt x="655" y="12109"/>
                </a:cubicBezTo>
                <a:cubicBezTo>
                  <a:pt x="1012" y="12109"/>
                  <a:pt x="1310" y="11811"/>
                  <a:pt x="1310" y="11454"/>
                </a:cubicBezTo>
                <a:lnTo>
                  <a:pt x="1310" y="655"/>
                </a:lnTo>
                <a:cubicBezTo>
                  <a:pt x="1310" y="298"/>
                  <a:pt x="1036" y="0"/>
                  <a:pt x="65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100013" algn="bl" rotWithShape="0">
              <a:schemeClr val="accent3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p35">
            <a:extLst>
              <a:ext uri="{FF2B5EF4-FFF2-40B4-BE49-F238E27FC236}">
                <a16:creationId xmlns:a16="http://schemas.microsoft.com/office/drawing/2014/main" id="{E4532155-643D-E891-E607-0A66EA2F2A18}"/>
              </a:ext>
            </a:extLst>
          </p:cNvPr>
          <p:cNvSpPr/>
          <p:nvPr/>
        </p:nvSpPr>
        <p:spPr>
          <a:xfrm>
            <a:off x="5548725" y="1450625"/>
            <a:ext cx="237550" cy="296650"/>
          </a:xfrm>
          <a:custGeom>
            <a:avLst/>
            <a:gdLst/>
            <a:ahLst/>
            <a:cxnLst/>
            <a:rect l="l" t="t" r="r" b="b"/>
            <a:pathLst>
              <a:path w="9502" h="11866" extrusionOk="0">
                <a:moveTo>
                  <a:pt x="1298" y="1840"/>
                </a:moveTo>
                <a:lnTo>
                  <a:pt x="7632" y="5936"/>
                </a:lnTo>
                <a:lnTo>
                  <a:pt x="1298" y="10032"/>
                </a:lnTo>
                <a:lnTo>
                  <a:pt x="1298" y="1840"/>
                </a:lnTo>
                <a:close/>
                <a:moveTo>
                  <a:pt x="638" y="1"/>
                </a:moveTo>
                <a:cubicBezTo>
                  <a:pt x="536" y="1"/>
                  <a:pt x="435" y="26"/>
                  <a:pt x="346" y="78"/>
                </a:cubicBezTo>
                <a:cubicBezTo>
                  <a:pt x="131" y="185"/>
                  <a:pt x="0" y="411"/>
                  <a:pt x="0" y="650"/>
                </a:cubicBezTo>
                <a:lnTo>
                  <a:pt x="0" y="11234"/>
                </a:lnTo>
                <a:cubicBezTo>
                  <a:pt x="0" y="11472"/>
                  <a:pt x="131" y="11675"/>
                  <a:pt x="346" y="11794"/>
                </a:cubicBezTo>
                <a:cubicBezTo>
                  <a:pt x="453" y="11841"/>
                  <a:pt x="548" y="11865"/>
                  <a:pt x="655" y="11865"/>
                </a:cubicBezTo>
                <a:cubicBezTo>
                  <a:pt x="774" y="11865"/>
                  <a:pt x="893" y="11841"/>
                  <a:pt x="1012" y="11806"/>
                </a:cubicBezTo>
                <a:lnTo>
                  <a:pt x="9204" y="6507"/>
                </a:lnTo>
                <a:cubicBezTo>
                  <a:pt x="9382" y="6388"/>
                  <a:pt x="9502" y="6186"/>
                  <a:pt x="9502" y="5960"/>
                </a:cubicBezTo>
                <a:cubicBezTo>
                  <a:pt x="9502" y="5734"/>
                  <a:pt x="9382" y="5531"/>
                  <a:pt x="9204" y="5412"/>
                </a:cubicBezTo>
                <a:lnTo>
                  <a:pt x="1012" y="114"/>
                </a:lnTo>
                <a:cubicBezTo>
                  <a:pt x="899" y="41"/>
                  <a:pt x="767" y="1"/>
                  <a:pt x="638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100013" algn="bl" rotWithShape="0">
              <a:schemeClr val="accent3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35">
            <a:extLst>
              <a:ext uri="{FF2B5EF4-FFF2-40B4-BE49-F238E27FC236}">
                <a16:creationId xmlns:a16="http://schemas.microsoft.com/office/drawing/2014/main" id="{4574D559-2FB9-F983-BC81-9A7A0FD0FF7D}"/>
              </a:ext>
            </a:extLst>
          </p:cNvPr>
          <p:cNvSpPr/>
          <p:nvPr/>
        </p:nvSpPr>
        <p:spPr>
          <a:xfrm>
            <a:off x="8193300" y="2985688"/>
            <a:ext cx="237600" cy="237600"/>
          </a:xfrm>
          <a:prstGeom prst="ellipse">
            <a:avLst/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algn="bl" rotWithShape="0">
              <a:schemeClr val="accent3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35">
            <a:extLst>
              <a:ext uri="{FF2B5EF4-FFF2-40B4-BE49-F238E27FC236}">
                <a16:creationId xmlns:a16="http://schemas.microsoft.com/office/drawing/2014/main" id="{43F762B3-9220-7219-7730-9E8970361583}"/>
              </a:ext>
            </a:extLst>
          </p:cNvPr>
          <p:cNvSpPr/>
          <p:nvPr/>
        </p:nvSpPr>
        <p:spPr>
          <a:xfrm>
            <a:off x="6822650" y="820662"/>
            <a:ext cx="152100" cy="152100"/>
          </a:xfrm>
          <a:prstGeom prst="ellipse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algn="bl" rotWithShape="0">
              <a:schemeClr val="l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35">
            <a:extLst>
              <a:ext uri="{FF2B5EF4-FFF2-40B4-BE49-F238E27FC236}">
                <a16:creationId xmlns:a16="http://schemas.microsoft.com/office/drawing/2014/main" id="{6CE021CE-3336-1994-7007-99519474B61A}"/>
              </a:ext>
            </a:extLst>
          </p:cNvPr>
          <p:cNvSpPr/>
          <p:nvPr/>
        </p:nvSpPr>
        <p:spPr>
          <a:xfrm>
            <a:off x="4907813" y="1812062"/>
            <a:ext cx="152100" cy="152100"/>
          </a:xfrm>
          <a:prstGeom prst="ellipse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algn="bl" rotWithShape="0">
              <a:schemeClr val="accen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35">
            <a:extLst>
              <a:ext uri="{FF2B5EF4-FFF2-40B4-BE49-F238E27FC236}">
                <a16:creationId xmlns:a16="http://schemas.microsoft.com/office/drawing/2014/main" id="{FD2C0D4B-06E3-21BB-E736-2370C45E6FB7}"/>
              </a:ext>
            </a:extLst>
          </p:cNvPr>
          <p:cNvSpPr/>
          <p:nvPr/>
        </p:nvSpPr>
        <p:spPr>
          <a:xfrm>
            <a:off x="7589875" y="4106987"/>
            <a:ext cx="152100" cy="152100"/>
          </a:xfrm>
          <a:prstGeom prst="ellipse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algn="bl" rotWithShape="0">
              <a:schemeClr val="accen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35">
            <a:extLst>
              <a:ext uri="{FF2B5EF4-FFF2-40B4-BE49-F238E27FC236}">
                <a16:creationId xmlns:a16="http://schemas.microsoft.com/office/drawing/2014/main" id="{46A93CC9-D401-9D28-625D-C949BAE0FABC}"/>
              </a:ext>
            </a:extLst>
          </p:cNvPr>
          <p:cNvSpPr/>
          <p:nvPr/>
        </p:nvSpPr>
        <p:spPr>
          <a:xfrm>
            <a:off x="5786275" y="3994275"/>
            <a:ext cx="152100" cy="152100"/>
          </a:xfrm>
          <a:prstGeom prst="ellipse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algn="bl" rotWithShape="0">
              <a:schemeClr val="l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8395446-9619-7979-65A4-F64BF25CB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49" y="123757"/>
            <a:ext cx="7031323" cy="1060955"/>
          </a:xfrm>
        </p:spPr>
        <p:txBody>
          <a:bodyPr/>
          <a:lstStyle/>
          <a:p>
            <a:r>
              <a:rPr lang="en-IN" dirty="0"/>
              <a:t>CONCLUSION &amp; FUTURE SCOPE</a:t>
            </a:r>
          </a:p>
        </p:txBody>
      </p:sp>
    </p:spTree>
    <p:extLst>
      <p:ext uri="{BB962C8B-B14F-4D97-AF65-F5344CB8AC3E}">
        <p14:creationId xmlns:p14="http://schemas.microsoft.com/office/powerpoint/2010/main" val="27217005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/>
            </a:gs>
            <a:gs pos="47000">
              <a:schemeClr val="accent5"/>
            </a:gs>
            <a:gs pos="100000">
              <a:schemeClr val="accent4"/>
            </a:gs>
          </a:gsLst>
          <a:lin ang="5400012" scaled="0"/>
        </a:gradFill>
        <a:effectLst/>
      </p:bgPr>
    </p:bg>
    <p:spTree>
      <p:nvGrpSpPr>
        <p:cNvPr id="1" name="Shape 324">
          <a:extLst>
            <a:ext uri="{FF2B5EF4-FFF2-40B4-BE49-F238E27FC236}">
              <a16:creationId xmlns:a16="http://schemas.microsoft.com/office/drawing/2014/main" id="{3E5CDBB0-5BCA-1141-9EB9-2FE4F22FD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1">
            <a:extLst>
              <a:ext uri="{FF2B5EF4-FFF2-40B4-BE49-F238E27FC236}">
                <a16:creationId xmlns:a16="http://schemas.microsoft.com/office/drawing/2014/main" id="{163D862E-9E4F-5000-AB19-AE35EE9401AB}"/>
              </a:ext>
            </a:extLst>
          </p:cNvPr>
          <p:cNvSpPr/>
          <p:nvPr/>
        </p:nvSpPr>
        <p:spPr>
          <a:xfrm>
            <a:off x="1395725" y="862350"/>
            <a:ext cx="6352500" cy="3418800"/>
          </a:xfrm>
          <a:prstGeom prst="roundRect">
            <a:avLst>
              <a:gd name="adj" fmla="val 16983"/>
            </a:avLst>
          </a:prstGeom>
          <a:solidFill>
            <a:srgbClr val="0F1524">
              <a:alpha val="240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31">
            <a:extLst>
              <a:ext uri="{FF2B5EF4-FFF2-40B4-BE49-F238E27FC236}">
                <a16:creationId xmlns:a16="http://schemas.microsoft.com/office/drawing/2014/main" id="{7272AAD1-B3F7-6A49-C25C-E8D54DA695D1}"/>
              </a:ext>
            </a:extLst>
          </p:cNvPr>
          <p:cNvSpPr/>
          <p:nvPr/>
        </p:nvSpPr>
        <p:spPr>
          <a:xfrm>
            <a:off x="1511799" y="970650"/>
            <a:ext cx="6236425" cy="3881766"/>
          </a:xfrm>
          <a:prstGeom prst="roundRect">
            <a:avLst>
              <a:gd name="adj" fmla="val 15644"/>
            </a:avLst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blurRad="142875" dist="19050" dir="5400000" algn="bl" rotWithShape="0">
              <a:schemeClr val="accent2">
                <a:alpha val="62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31">
            <a:extLst>
              <a:ext uri="{FF2B5EF4-FFF2-40B4-BE49-F238E27FC236}">
                <a16:creationId xmlns:a16="http://schemas.microsoft.com/office/drawing/2014/main" id="{14727C0F-A48A-F32A-540D-5850C577E0CA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063751" y="1120553"/>
            <a:ext cx="7443199" cy="1839321"/>
          </a:xfrm>
          <a:prstGeom prst="rect">
            <a:avLst/>
          </a:prstGeom>
          <a:effectLst>
            <a:outerShdw blurRad="571500" algn="bl" rotWithShape="0">
              <a:schemeClr val="lt1">
                <a:alpha val="60000"/>
              </a:scheme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 dirty="0"/>
              <a:t>THANKS!</a:t>
            </a:r>
            <a:endParaRPr sz="9600" dirty="0"/>
          </a:p>
        </p:txBody>
      </p:sp>
      <p:sp>
        <p:nvSpPr>
          <p:cNvPr id="328" name="Google Shape;328;p31">
            <a:extLst>
              <a:ext uri="{FF2B5EF4-FFF2-40B4-BE49-F238E27FC236}">
                <a16:creationId xmlns:a16="http://schemas.microsoft.com/office/drawing/2014/main" id="{10C788C5-7817-36CD-C7D1-CAAA9530EDC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-1170188" y="2901683"/>
            <a:ext cx="7717799" cy="10016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dirty="0"/>
              <a:t>           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IN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</p:txBody>
      </p:sp>
      <p:sp>
        <p:nvSpPr>
          <p:cNvPr id="329" name="Google Shape;329;p31">
            <a:extLst>
              <a:ext uri="{FF2B5EF4-FFF2-40B4-BE49-F238E27FC236}">
                <a16:creationId xmlns:a16="http://schemas.microsoft.com/office/drawing/2014/main" id="{0A36C380-AD1F-6EC3-1EEE-B5156F50B50A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962150" y="2739800"/>
            <a:ext cx="4926330" cy="329995"/>
          </a:xfrm>
          <a:prstGeom prst="rect">
            <a:avLst/>
          </a:prstGeom>
          <a:effectLst>
            <a:outerShdw blurRad="128588" algn="bl" rotWithShape="0">
              <a:schemeClr val="accent3">
                <a:alpha val="68000"/>
              </a:scheme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accent3"/>
              </a:solidFill>
            </a:endParaRPr>
          </a:p>
        </p:txBody>
      </p:sp>
      <p:grpSp>
        <p:nvGrpSpPr>
          <p:cNvPr id="330" name="Google Shape;330;p31">
            <a:extLst>
              <a:ext uri="{FF2B5EF4-FFF2-40B4-BE49-F238E27FC236}">
                <a16:creationId xmlns:a16="http://schemas.microsoft.com/office/drawing/2014/main" id="{E4EB33BB-F0FC-1C66-7001-BF0E5ED68ABF}"/>
              </a:ext>
            </a:extLst>
          </p:cNvPr>
          <p:cNvGrpSpPr/>
          <p:nvPr/>
        </p:nvGrpSpPr>
        <p:grpSpPr>
          <a:xfrm>
            <a:off x="2152725" y="2985800"/>
            <a:ext cx="4838550" cy="47700"/>
            <a:chOff x="2152650" y="2608200"/>
            <a:chExt cx="4838550" cy="47700"/>
          </a:xfrm>
        </p:grpSpPr>
        <p:sp>
          <p:nvSpPr>
            <p:cNvPr id="331" name="Google Shape;331;p31">
              <a:extLst>
                <a:ext uri="{FF2B5EF4-FFF2-40B4-BE49-F238E27FC236}">
                  <a16:creationId xmlns:a16="http://schemas.microsoft.com/office/drawing/2014/main" id="{9A49459E-DFEF-8EE9-0455-B2F3DB80AD5F}"/>
                </a:ext>
              </a:extLst>
            </p:cNvPr>
            <p:cNvSpPr/>
            <p:nvPr/>
          </p:nvSpPr>
          <p:spPr>
            <a:xfrm>
              <a:off x="5905500" y="2608200"/>
              <a:ext cx="1085700" cy="477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>
              <a:outerShdw blurRad="142875" algn="bl" rotWithShape="0">
                <a:schemeClr val="accent3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31">
              <a:extLst>
                <a:ext uri="{FF2B5EF4-FFF2-40B4-BE49-F238E27FC236}">
                  <a16:creationId xmlns:a16="http://schemas.microsoft.com/office/drawing/2014/main" id="{9E452721-60EF-3C50-B889-4FA3A8F9DE65}"/>
                </a:ext>
              </a:extLst>
            </p:cNvPr>
            <p:cNvSpPr/>
            <p:nvPr/>
          </p:nvSpPr>
          <p:spPr>
            <a:xfrm>
              <a:off x="2152650" y="2608200"/>
              <a:ext cx="1085700" cy="477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>
              <a:outerShdw blurRad="142875" algn="bl" rotWithShape="0">
                <a:schemeClr val="accent3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3" name="Google Shape;333;p31">
            <a:extLst>
              <a:ext uri="{FF2B5EF4-FFF2-40B4-BE49-F238E27FC236}">
                <a16:creationId xmlns:a16="http://schemas.microsoft.com/office/drawing/2014/main" id="{30B9A511-0C4E-3380-E5F9-6BD6B67C86FF}"/>
              </a:ext>
            </a:extLst>
          </p:cNvPr>
          <p:cNvGrpSpPr/>
          <p:nvPr/>
        </p:nvGrpSpPr>
        <p:grpSpPr>
          <a:xfrm>
            <a:off x="-222952" y="2072425"/>
            <a:ext cx="9608725" cy="2533246"/>
            <a:chOff x="-222952" y="2072425"/>
            <a:chExt cx="9608725" cy="2533246"/>
          </a:xfrm>
        </p:grpSpPr>
        <p:sp>
          <p:nvSpPr>
            <p:cNvPr id="334" name="Google Shape;334;p31">
              <a:extLst>
                <a:ext uri="{FF2B5EF4-FFF2-40B4-BE49-F238E27FC236}">
                  <a16:creationId xmlns:a16="http://schemas.microsoft.com/office/drawing/2014/main" id="{C8D46613-EAD8-91D1-9F09-1A68425B9554}"/>
                </a:ext>
              </a:extLst>
            </p:cNvPr>
            <p:cNvSpPr/>
            <p:nvPr/>
          </p:nvSpPr>
          <p:spPr>
            <a:xfrm>
              <a:off x="2029200" y="3484198"/>
              <a:ext cx="450281" cy="422028"/>
            </a:xfrm>
            <a:custGeom>
              <a:avLst/>
              <a:gdLst/>
              <a:ahLst/>
              <a:cxnLst/>
              <a:rect l="l" t="t" r="r" b="b"/>
              <a:pathLst>
                <a:path w="9121" h="8550" extrusionOk="0">
                  <a:moveTo>
                    <a:pt x="1655" y="0"/>
                  </a:moveTo>
                  <a:cubicBezTo>
                    <a:pt x="1420" y="0"/>
                    <a:pt x="1190" y="135"/>
                    <a:pt x="1072" y="370"/>
                  </a:cubicBezTo>
                  <a:cubicBezTo>
                    <a:pt x="1" y="2561"/>
                    <a:pt x="441" y="5180"/>
                    <a:pt x="2144" y="6883"/>
                  </a:cubicBezTo>
                  <a:cubicBezTo>
                    <a:pt x="3239" y="7990"/>
                    <a:pt x="4680" y="8550"/>
                    <a:pt x="6156" y="8550"/>
                  </a:cubicBezTo>
                  <a:cubicBezTo>
                    <a:pt x="7013" y="8550"/>
                    <a:pt x="7859" y="8359"/>
                    <a:pt x="8668" y="7954"/>
                  </a:cubicBezTo>
                  <a:cubicBezTo>
                    <a:pt x="8990" y="7811"/>
                    <a:pt x="9121" y="7418"/>
                    <a:pt x="8966" y="7097"/>
                  </a:cubicBezTo>
                  <a:cubicBezTo>
                    <a:pt x="8857" y="6862"/>
                    <a:pt x="8634" y="6727"/>
                    <a:pt x="8396" y="6727"/>
                  </a:cubicBezTo>
                  <a:cubicBezTo>
                    <a:pt x="8297" y="6727"/>
                    <a:pt x="8195" y="6750"/>
                    <a:pt x="8097" y="6799"/>
                  </a:cubicBezTo>
                  <a:cubicBezTo>
                    <a:pt x="7483" y="7099"/>
                    <a:pt x="6824" y="7245"/>
                    <a:pt x="6170" y="7245"/>
                  </a:cubicBezTo>
                  <a:cubicBezTo>
                    <a:pt x="5033" y="7245"/>
                    <a:pt x="3911" y="6805"/>
                    <a:pt x="3072" y="5966"/>
                  </a:cubicBezTo>
                  <a:cubicBezTo>
                    <a:pt x="1751" y="4644"/>
                    <a:pt x="1405" y="2620"/>
                    <a:pt x="2239" y="930"/>
                  </a:cubicBezTo>
                  <a:cubicBezTo>
                    <a:pt x="2394" y="620"/>
                    <a:pt x="2263" y="239"/>
                    <a:pt x="1941" y="72"/>
                  </a:cubicBezTo>
                  <a:cubicBezTo>
                    <a:pt x="1850" y="23"/>
                    <a:pt x="1752" y="0"/>
                    <a:pt x="165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157163" algn="bl" rotWithShape="0">
                <a:schemeClr val="l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31">
              <a:extLst>
                <a:ext uri="{FF2B5EF4-FFF2-40B4-BE49-F238E27FC236}">
                  <a16:creationId xmlns:a16="http://schemas.microsoft.com/office/drawing/2014/main" id="{870D0BFF-3DF5-948F-0897-18BBBE6621AF}"/>
                </a:ext>
              </a:extLst>
            </p:cNvPr>
            <p:cNvSpPr/>
            <p:nvPr/>
          </p:nvSpPr>
          <p:spPr>
            <a:xfrm rot="-1865389">
              <a:off x="682976" y="3370811"/>
              <a:ext cx="659200" cy="1098463"/>
            </a:xfrm>
            <a:custGeom>
              <a:avLst/>
              <a:gdLst/>
              <a:ahLst/>
              <a:cxnLst/>
              <a:rect l="l" t="t" r="r" b="b"/>
              <a:pathLst>
                <a:path w="18385" h="30636" extrusionOk="0">
                  <a:moveTo>
                    <a:pt x="9645" y="2692"/>
                  </a:moveTo>
                  <a:lnTo>
                    <a:pt x="16598" y="14669"/>
                  </a:lnTo>
                  <a:lnTo>
                    <a:pt x="8466" y="14669"/>
                  </a:lnTo>
                  <a:lnTo>
                    <a:pt x="9371" y="5454"/>
                  </a:lnTo>
                  <a:lnTo>
                    <a:pt x="9645" y="2692"/>
                  </a:lnTo>
                  <a:close/>
                  <a:moveTo>
                    <a:pt x="8264" y="3537"/>
                  </a:moveTo>
                  <a:lnTo>
                    <a:pt x="8026" y="5990"/>
                  </a:lnTo>
                  <a:lnTo>
                    <a:pt x="7180" y="14681"/>
                  </a:lnTo>
                  <a:lnTo>
                    <a:pt x="1799" y="14681"/>
                  </a:lnTo>
                  <a:lnTo>
                    <a:pt x="8264" y="3537"/>
                  </a:lnTo>
                  <a:close/>
                  <a:moveTo>
                    <a:pt x="7180" y="15979"/>
                  </a:moveTo>
                  <a:lnTo>
                    <a:pt x="8026" y="24671"/>
                  </a:lnTo>
                  <a:lnTo>
                    <a:pt x="8264" y="27123"/>
                  </a:lnTo>
                  <a:lnTo>
                    <a:pt x="1799" y="15979"/>
                  </a:lnTo>
                  <a:close/>
                  <a:moveTo>
                    <a:pt x="16598" y="15979"/>
                  </a:moveTo>
                  <a:lnTo>
                    <a:pt x="9645" y="27957"/>
                  </a:lnTo>
                  <a:lnTo>
                    <a:pt x="9383" y="25194"/>
                  </a:lnTo>
                  <a:lnTo>
                    <a:pt x="8466" y="15979"/>
                  </a:lnTo>
                  <a:close/>
                  <a:moveTo>
                    <a:pt x="9050" y="1"/>
                  </a:moveTo>
                  <a:cubicBezTo>
                    <a:pt x="9038" y="1"/>
                    <a:pt x="9014" y="13"/>
                    <a:pt x="9002" y="13"/>
                  </a:cubicBezTo>
                  <a:cubicBezTo>
                    <a:pt x="8978" y="25"/>
                    <a:pt x="8942" y="25"/>
                    <a:pt x="8919" y="37"/>
                  </a:cubicBezTo>
                  <a:cubicBezTo>
                    <a:pt x="8883" y="60"/>
                    <a:pt x="8859" y="72"/>
                    <a:pt x="8811" y="96"/>
                  </a:cubicBezTo>
                  <a:cubicBezTo>
                    <a:pt x="8776" y="120"/>
                    <a:pt x="8764" y="132"/>
                    <a:pt x="8740" y="156"/>
                  </a:cubicBezTo>
                  <a:cubicBezTo>
                    <a:pt x="8704" y="191"/>
                    <a:pt x="8680" y="215"/>
                    <a:pt x="8669" y="251"/>
                  </a:cubicBezTo>
                  <a:lnTo>
                    <a:pt x="8621" y="298"/>
                  </a:lnTo>
                  <a:lnTo>
                    <a:pt x="96" y="15003"/>
                  </a:lnTo>
                  <a:cubicBezTo>
                    <a:pt x="72" y="15015"/>
                    <a:pt x="72" y="15026"/>
                    <a:pt x="72" y="15038"/>
                  </a:cubicBezTo>
                  <a:cubicBezTo>
                    <a:pt x="60" y="15074"/>
                    <a:pt x="48" y="15122"/>
                    <a:pt x="37" y="15146"/>
                  </a:cubicBezTo>
                  <a:cubicBezTo>
                    <a:pt x="37" y="15181"/>
                    <a:pt x="37" y="15193"/>
                    <a:pt x="13" y="15217"/>
                  </a:cubicBezTo>
                  <a:cubicBezTo>
                    <a:pt x="13" y="15253"/>
                    <a:pt x="1" y="15277"/>
                    <a:pt x="1" y="15312"/>
                  </a:cubicBezTo>
                  <a:cubicBezTo>
                    <a:pt x="1" y="15336"/>
                    <a:pt x="13" y="15372"/>
                    <a:pt x="13" y="15396"/>
                  </a:cubicBezTo>
                  <a:cubicBezTo>
                    <a:pt x="13" y="15431"/>
                    <a:pt x="13" y="15443"/>
                    <a:pt x="37" y="15479"/>
                  </a:cubicBezTo>
                  <a:cubicBezTo>
                    <a:pt x="48" y="15515"/>
                    <a:pt x="60" y="15550"/>
                    <a:pt x="72" y="15574"/>
                  </a:cubicBezTo>
                  <a:cubicBezTo>
                    <a:pt x="72" y="15598"/>
                    <a:pt x="96" y="15610"/>
                    <a:pt x="96" y="15622"/>
                  </a:cubicBezTo>
                  <a:lnTo>
                    <a:pt x="8621" y="30326"/>
                  </a:lnTo>
                  <a:cubicBezTo>
                    <a:pt x="8633" y="30362"/>
                    <a:pt x="8645" y="30374"/>
                    <a:pt x="8669" y="30386"/>
                  </a:cubicBezTo>
                  <a:lnTo>
                    <a:pt x="8704" y="30433"/>
                  </a:lnTo>
                  <a:cubicBezTo>
                    <a:pt x="8740" y="30481"/>
                    <a:pt x="8776" y="30505"/>
                    <a:pt x="8823" y="30540"/>
                  </a:cubicBezTo>
                  <a:cubicBezTo>
                    <a:pt x="8835" y="30540"/>
                    <a:pt x="8835" y="30552"/>
                    <a:pt x="8859" y="30552"/>
                  </a:cubicBezTo>
                  <a:cubicBezTo>
                    <a:pt x="8919" y="30576"/>
                    <a:pt x="8978" y="30612"/>
                    <a:pt x="9038" y="30624"/>
                  </a:cubicBezTo>
                  <a:lnTo>
                    <a:pt x="9050" y="30624"/>
                  </a:lnTo>
                  <a:cubicBezTo>
                    <a:pt x="9097" y="30636"/>
                    <a:pt x="9133" y="30636"/>
                    <a:pt x="9181" y="30636"/>
                  </a:cubicBezTo>
                  <a:cubicBezTo>
                    <a:pt x="9240" y="30636"/>
                    <a:pt x="9300" y="30624"/>
                    <a:pt x="9359" y="30612"/>
                  </a:cubicBezTo>
                  <a:lnTo>
                    <a:pt x="9371" y="30612"/>
                  </a:lnTo>
                  <a:cubicBezTo>
                    <a:pt x="9395" y="30612"/>
                    <a:pt x="9395" y="30600"/>
                    <a:pt x="9407" y="30600"/>
                  </a:cubicBezTo>
                  <a:cubicBezTo>
                    <a:pt x="9454" y="30576"/>
                    <a:pt x="9490" y="30552"/>
                    <a:pt x="9538" y="30516"/>
                  </a:cubicBezTo>
                  <a:lnTo>
                    <a:pt x="9585" y="30481"/>
                  </a:lnTo>
                  <a:cubicBezTo>
                    <a:pt x="9621" y="30445"/>
                    <a:pt x="9657" y="30421"/>
                    <a:pt x="9693" y="30374"/>
                  </a:cubicBezTo>
                  <a:cubicBezTo>
                    <a:pt x="9704" y="30362"/>
                    <a:pt x="9716" y="30338"/>
                    <a:pt x="9716" y="30326"/>
                  </a:cubicBezTo>
                  <a:cubicBezTo>
                    <a:pt x="9752" y="30362"/>
                    <a:pt x="9752" y="30362"/>
                    <a:pt x="9764" y="30362"/>
                  </a:cubicBezTo>
                  <a:lnTo>
                    <a:pt x="18289" y="15658"/>
                  </a:lnTo>
                  <a:cubicBezTo>
                    <a:pt x="18301" y="15634"/>
                    <a:pt x="18301" y="15622"/>
                    <a:pt x="18301" y="15610"/>
                  </a:cubicBezTo>
                  <a:cubicBezTo>
                    <a:pt x="18325" y="15574"/>
                    <a:pt x="18336" y="15527"/>
                    <a:pt x="18348" y="15503"/>
                  </a:cubicBezTo>
                  <a:cubicBezTo>
                    <a:pt x="18348" y="15479"/>
                    <a:pt x="18348" y="15455"/>
                    <a:pt x="18360" y="15431"/>
                  </a:cubicBezTo>
                  <a:cubicBezTo>
                    <a:pt x="18360" y="15396"/>
                    <a:pt x="18384" y="15372"/>
                    <a:pt x="18384" y="15336"/>
                  </a:cubicBezTo>
                  <a:cubicBezTo>
                    <a:pt x="18384" y="15312"/>
                    <a:pt x="18360" y="15277"/>
                    <a:pt x="18360" y="15253"/>
                  </a:cubicBezTo>
                  <a:cubicBezTo>
                    <a:pt x="18360" y="15217"/>
                    <a:pt x="18360" y="15205"/>
                    <a:pt x="18348" y="15181"/>
                  </a:cubicBezTo>
                  <a:cubicBezTo>
                    <a:pt x="18336" y="15134"/>
                    <a:pt x="18325" y="15098"/>
                    <a:pt x="18301" y="15074"/>
                  </a:cubicBezTo>
                  <a:cubicBezTo>
                    <a:pt x="18301" y="15062"/>
                    <a:pt x="18289" y="15038"/>
                    <a:pt x="18289" y="15026"/>
                  </a:cubicBezTo>
                  <a:lnTo>
                    <a:pt x="9764" y="322"/>
                  </a:lnTo>
                  <a:lnTo>
                    <a:pt x="9752" y="310"/>
                  </a:lnTo>
                  <a:cubicBezTo>
                    <a:pt x="9740" y="275"/>
                    <a:pt x="9704" y="263"/>
                    <a:pt x="9693" y="239"/>
                  </a:cubicBezTo>
                  <a:cubicBezTo>
                    <a:pt x="9657" y="203"/>
                    <a:pt x="9645" y="179"/>
                    <a:pt x="9621" y="144"/>
                  </a:cubicBezTo>
                  <a:cubicBezTo>
                    <a:pt x="9597" y="132"/>
                    <a:pt x="9573" y="120"/>
                    <a:pt x="9538" y="96"/>
                  </a:cubicBezTo>
                  <a:cubicBezTo>
                    <a:pt x="9514" y="72"/>
                    <a:pt x="9466" y="60"/>
                    <a:pt x="9419" y="37"/>
                  </a:cubicBezTo>
                  <a:cubicBezTo>
                    <a:pt x="9407" y="37"/>
                    <a:pt x="9407" y="25"/>
                    <a:pt x="9395" y="25"/>
                  </a:cubicBezTo>
                  <a:cubicBezTo>
                    <a:pt x="9383" y="25"/>
                    <a:pt x="9347" y="25"/>
                    <a:pt x="9335" y="13"/>
                  </a:cubicBezTo>
                  <a:cubicBezTo>
                    <a:pt x="9288" y="1"/>
                    <a:pt x="9264" y="1"/>
                    <a:pt x="921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114300" algn="bl" rotWithShape="0">
                <a:schemeClr val="l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31">
              <a:extLst>
                <a:ext uri="{FF2B5EF4-FFF2-40B4-BE49-F238E27FC236}">
                  <a16:creationId xmlns:a16="http://schemas.microsoft.com/office/drawing/2014/main" id="{F41F309B-5A11-275B-0895-3FEE5D8B655B}"/>
                </a:ext>
              </a:extLst>
            </p:cNvPr>
            <p:cNvSpPr/>
            <p:nvPr/>
          </p:nvSpPr>
          <p:spPr>
            <a:xfrm rot="1650173">
              <a:off x="424099" y="2536785"/>
              <a:ext cx="55480" cy="512873"/>
            </a:xfrm>
            <a:custGeom>
              <a:avLst/>
              <a:gdLst/>
              <a:ahLst/>
              <a:cxnLst/>
              <a:rect l="l" t="t" r="r" b="b"/>
              <a:pathLst>
                <a:path w="1310" h="12110" extrusionOk="0">
                  <a:moveTo>
                    <a:pt x="655" y="0"/>
                  </a:moveTo>
                  <a:cubicBezTo>
                    <a:pt x="298" y="0"/>
                    <a:pt x="0" y="298"/>
                    <a:pt x="0" y="655"/>
                  </a:cubicBezTo>
                  <a:lnTo>
                    <a:pt x="0" y="11454"/>
                  </a:lnTo>
                  <a:cubicBezTo>
                    <a:pt x="0" y="11811"/>
                    <a:pt x="298" y="12109"/>
                    <a:pt x="655" y="12109"/>
                  </a:cubicBezTo>
                  <a:cubicBezTo>
                    <a:pt x="1012" y="12109"/>
                    <a:pt x="1310" y="11811"/>
                    <a:pt x="1310" y="11454"/>
                  </a:cubicBezTo>
                  <a:lnTo>
                    <a:pt x="1310" y="655"/>
                  </a:lnTo>
                  <a:cubicBezTo>
                    <a:pt x="1310" y="298"/>
                    <a:pt x="1036" y="0"/>
                    <a:pt x="65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100013" algn="bl" rotWithShape="0">
                <a:schemeClr val="l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31">
              <a:extLst>
                <a:ext uri="{FF2B5EF4-FFF2-40B4-BE49-F238E27FC236}">
                  <a16:creationId xmlns:a16="http://schemas.microsoft.com/office/drawing/2014/main" id="{CDA7C94A-CE07-52AB-E254-F7431A4BF362}"/>
                </a:ext>
              </a:extLst>
            </p:cNvPr>
            <p:cNvSpPr/>
            <p:nvPr/>
          </p:nvSpPr>
          <p:spPr>
            <a:xfrm rot="1083225">
              <a:off x="7343877" y="3384272"/>
              <a:ext cx="650407" cy="1148898"/>
            </a:xfrm>
            <a:custGeom>
              <a:avLst/>
              <a:gdLst/>
              <a:ahLst/>
              <a:cxnLst/>
              <a:rect l="l" t="t" r="r" b="b"/>
              <a:pathLst>
                <a:path w="15550" h="27468" extrusionOk="0">
                  <a:moveTo>
                    <a:pt x="13335" y="1310"/>
                  </a:moveTo>
                  <a:lnTo>
                    <a:pt x="10145" y="4489"/>
                  </a:lnTo>
                  <a:lnTo>
                    <a:pt x="10145" y="1310"/>
                  </a:lnTo>
                  <a:close/>
                  <a:moveTo>
                    <a:pt x="8835" y="2226"/>
                  </a:moveTo>
                  <a:lnTo>
                    <a:pt x="8835" y="5798"/>
                  </a:lnTo>
                  <a:lnTo>
                    <a:pt x="5787" y="8846"/>
                  </a:lnTo>
                  <a:lnTo>
                    <a:pt x="2215" y="8846"/>
                  </a:lnTo>
                  <a:lnTo>
                    <a:pt x="8835" y="2226"/>
                  </a:lnTo>
                  <a:close/>
                  <a:moveTo>
                    <a:pt x="14240" y="2226"/>
                  </a:moveTo>
                  <a:lnTo>
                    <a:pt x="14240" y="17335"/>
                  </a:lnTo>
                  <a:lnTo>
                    <a:pt x="10133" y="17335"/>
                  </a:lnTo>
                  <a:lnTo>
                    <a:pt x="10133" y="6334"/>
                  </a:lnTo>
                  <a:lnTo>
                    <a:pt x="14240" y="2226"/>
                  </a:lnTo>
                  <a:close/>
                  <a:moveTo>
                    <a:pt x="8835" y="7644"/>
                  </a:moveTo>
                  <a:lnTo>
                    <a:pt x="8835" y="17716"/>
                  </a:lnTo>
                  <a:lnTo>
                    <a:pt x="6704" y="19848"/>
                  </a:lnTo>
                  <a:lnTo>
                    <a:pt x="6704" y="9775"/>
                  </a:lnTo>
                  <a:lnTo>
                    <a:pt x="8835" y="7644"/>
                  </a:lnTo>
                  <a:close/>
                  <a:moveTo>
                    <a:pt x="5418" y="10144"/>
                  </a:moveTo>
                  <a:lnTo>
                    <a:pt x="5418" y="21145"/>
                  </a:lnTo>
                  <a:lnTo>
                    <a:pt x="1310" y="25253"/>
                  </a:lnTo>
                  <a:lnTo>
                    <a:pt x="1310" y="10144"/>
                  </a:lnTo>
                  <a:close/>
                  <a:moveTo>
                    <a:pt x="13335" y="18633"/>
                  </a:moveTo>
                  <a:lnTo>
                    <a:pt x="6704" y="25253"/>
                  </a:lnTo>
                  <a:lnTo>
                    <a:pt x="6704" y="21681"/>
                  </a:lnTo>
                  <a:lnTo>
                    <a:pt x="9764" y="18633"/>
                  </a:lnTo>
                  <a:close/>
                  <a:moveTo>
                    <a:pt x="5418" y="22991"/>
                  </a:moveTo>
                  <a:lnTo>
                    <a:pt x="5418" y="26170"/>
                  </a:lnTo>
                  <a:lnTo>
                    <a:pt x="2227" y="26170"/>
                  </a:lnTo>
                  <a:lnTo>
                    <a:pt x="5418" y="22991"/>
                  </a:lnTo>
                  <a:close/>
                  <a:moveTo>
                    <a:pt x="9502" y="0"/>
                  </a:moveTo>
                  <a:cubicBezTo>
                    <a:pt x="9466" y="0"/>
                    <a:pt x="9418" y="0"/>
                    <a:pt x="9371" y="12"/>
                  </a:cubicBezTo>
                  <a:cubicBezTo>
                    <a:pt x="9347" y="12"/>
                    <a:pt x="9323" y="24"/>
                    <a:pt x="9299" y="24"/>
                  </a:cubicBezTo>
                  <a:cubicBezTo>
                    <a:pt x="9287" y="24"/>
                    <a:pt x="9263" y="36"/>
                    <a:pt x="9252" y="36"/>
                  </a:cubicBezTo>
                  <a:cubicBezTo>
                    <a:pt x="9228" y="48"/>
                    <a:pt x="9204" y="71"/>
                    <a:pt x="9180" y="83"/>
                  </a:cubicBezTo>
                  <a:cubicBezTo>
                    <a:pt x="9168" y="83"/>
                    <a:pt x="9144" y="95"/>
                    <a:pt x="9133" y="95"/>
                  </a:cubicBezTo>
                  <a:cubicBezTo>
                    <a:pt x="9109" y="107"/>
                    <a:pt x="9085" y="143"/>
                    <a:pt x="9061" y="155"/>
                  </a:cubicBezTo>
                  <a:cubicBezTo>
                    <a:pt x="9049" y="167"/>
                    <a:pt x="9049" y="167"/>
                    <a:pt x="9025" y="167"/>
                  </a:cubicBezTo>
                  <a:lnTo>
                    <a:pt x="191" y="9013"/>
                  </a:lnTo>
                  <a:cubicBezTo>
                    <a:pt x="143" y="9061"/>
                    <a:pt x="119" y="9096"/>
                    <a:pt x="84" y="9144"/>
                  </a:cubicBezTo>
                  <a:cubicBezTo>
                    <a:pt x="84" y="9168"/>
                    <a:pt x="72" y="9180"/>
                    <a:pt x="72" y="9180"/>
                  </a:cubicBezTo>
                  <a:cubicBezTo>
                    <a:pt x="36" y="9227"/>
                    <a:pt x="24" y="9275"/>
                    <a:pt x="12" y="9334"/>
                  </a:cubicBezTo>
                  <a:lnTo>
                    <a:pt x="12" y="9358"/>
                  </a:lnTo>
                  <a:cubicBezTo>
                    <a:pt x="12" y="9394"/>
                    <a:pt x="0" y="9430"/>
                    <a:pt x="0" y="9477"/>
                  </a:cubicBezTo>
                  <a:lnTo>
                    <a:pt x="0" y="26801"/>
                  </a:lnTo>
                  <a:lnTo>
                    <a:pt x="0" y="26849"/>
                  </a:lnTo>
                  <a:lnTo>
                    <a:pt x="0" y="26884"/>
                  </a:lnTo>
                  <a:cubicBezTo>
                    <a:pt x="0" y="26944"/>
                    <a:pt x="12" y="26991"/>
                    <a:pt x="36" y="27051"/>
                  </a:cubicBezTo>
                  <a:cubicBezTo>
                    <a:pt x="60" y="27110"/>
                    <a:pt x="96" y="27158"/>
                    <a:pt x="131" y="27206"/>
                  </a:cubicBezTo>
                  <a:lnTo>
                    <a:pt x="155" y="27230"/>
                  </a:lnTo>
                  <a:cubicBezTo>
                    <a:pt x="191" y="27277"/>
                    <a:pt x="239" y="27301"/>
                    <a:pt x="274" y="27349"/>
                  </a:cubicBezTo>
                  <a:cubicBezTo>
                    <a:pt x="322" y="27384"/>
                    <a:pt x="370" y="27408"/>
                    <a:pt x="429" y="27420"/>
                  </a:cubicBezTo>
                  <a:cubicBezTo>
                    <a:pt x="441" y="27420"/>
                    <a:pt x="453" y="27444"/>
                    <a:pt x="477" y="27444"/>
                  </a:cubicBezTo>
                  <a:cubicBezTo>
                    <a:pt x="536" y="27456"/>
                    <a:pt x="572" y="27468"/>
                    <a:pt x="631" y="27468"/>
                  </a:cubicBezTo>
                  <a:lnTo>
                    <a:pt x="6037" y="27468"/>
                  </a:lnTo>
                  <a:cubicBezTo>
                    <a:pt x="6085" y="27468"/>
                    <a:pt x="6132" y="27468"/>
                    <a:pt x="6168" y="27456"/>
                  </a:cubicBezTo>
                  <a:cubicBezTo>
                    <a:pt x="6204" y="27456"/>
                    <a:pt x="6215" y="27444"/>
                    <a:pt x="6251" y="27444"/>
                  </a:cubicBezTo>
                  <a:cubicBezTo>
                    <a:pt x="6263" y="27444"/>
                    <a:pt x="6275" y="27420"/>
                    <a:pt x="6287" y="27420"/>
                  </a:cubicBezTo>
                  <a:cubicBezTo>
                    <a:pt x="6323" y="27408"/>
                    <a:pt x="6335" y="27396"/>
                    <a:pt x="6370" y="27384"/>
                  </a:cubicBezTo>
                  <a:cubicBezTo>
                    <a:pt x="6382" y="27361"/>
                    <a:pt x="6394" y="27361"/>
                    <a:pt x="6406" y="27361"/>
                  </a:cubicBezTo>
                  <a:cubicBezTo>
                    <a:pt x="6442" y="27349"/>
                    <a:pt x="6454" y="27313"/>
                    <a:pt x="6477" y="27301"/>
                  </a:cubicBezTo>
                  <a:lnTo>
                    <a:pt x="6513" y="27277"/>
                  </a:lnTo>
                  <a:lnTo>
                    <a:pt x="15348" y="18431"/>
                  </a:lnTo>
                  <a:cubicBezTo>
                    <a:pt x="15395" y="18395"/>
                    <a:pt x="15431" y="18347"/>
                    <a:pt x="15455" y="18300"/>
                  </a:cubicBezTo>
                  <a:cubicBezTo>
                    <a:pt x="15455" y="18300"/>
                    <a:pt x="15479" y="18288"/>
                    <a:pt x="15479" y="18276"/>
                  </a:cubicBezTo>
                  <a:cubicBezTo>
                    <a:pt x="15502" y="18228"/>
                    <a:pt x="15514" y="18169"/>
                    <a:pt x="15538" y="18109"/>
                  </a:cubicBezTo>
                  <a:lnTo>
                    <a:pt x="15538" y="18097"/>
                  </a:lnTo>
                  <a:cubicBezTo>
                    <a:pt x="15538" y="18050"/>
                    <a:pt x="15550" y="18014"/>
                    <a:pt x="15550" y="17978"/>
                  </a:cubicBezTo>
                  <a:lnTo>
                    <a:pt x="15550" y="667"/>
                  </a:lnTo>
                  <a:lnTo>
                    <a:pt x="15550" y="619"/>
                  </a:lnTo>
                  <a:lnTo>
                    <a:pt x="15550" y="572"/>
                  </a:lnTo>
                  <a:cubicBezTo>
                    <a:pt x="15550" y="512"/>
                    <a:pt x="15538" y="476"/>
                    <a:pt x="15502" y="417"/>
                  </a:cubicBezTo>
                  <a:cubicBezTo>
                    <a:pt x="15490" y="357"/>
                    <a:pt x="15443" y="310"/>
                    <a:pt x="15419" y="262"/>
                  </a:cubicBezTo>
                  <a:lnTo>
                    <a:pt x="15383" y="238"/>
                  </a:lnTo>
                  <a:cubicBezTo>
                    <a:pt x="15348" y="191"/>
                    <a:pt x="15312" y="155"/>
                    <a:pt x="15264" y="119"/>
                  </a:cubicBezTo>
                  <a:cubicBezTo>
                    <a:pt x="15217" y="83"/>
                    <a:pt x="15181" y="60"/>
                    <a:pt x="15121" y="36"/>
                  </a:cubicBezTo>
                  <a:cubicBezTo>
                    <a:pt x="15098" y="36"/>
                    <a:pt x="15086" y="24"/>
                    <a:pt x="15074" y="24"/>
                  </a:cubicBezTo>
                  <a:cubicBezTo>
                    <a:pt x="15014" y="12"/>
                    <a:pt x="14967" y="0"/>
                    <a:pt x="1490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157163" algn="bl" rotWithShape="0">
                <a:schemeClr val="l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31">
              <a:extLst>
                <a:ext uri="{FF2B5EF4-FFF2-40B4-BE49-F238E27FC236}">
                  <a16:creationId xmlns:a16="http://schemas.microsoft.com/office/drawing/2014/main" id="{9D42D9EF-6ECE-E1DA-3E8A-505BEC0948EC}"/>
                </a:ext>
              </a:extLst>
            </p:cNvPr>
            <p:cNvSpPr/>
            <p:nvPr/>
          </p:nvSpPr>
          <p:spPr>
            <a:xfrm>
              <a:off x="8430908" y="2611480"/>
              <a:ext cx="337939" cy="422014"/>
            </a:xfrm>
            <a:custGeom>
              <a:avLst/>
              <a:gdLst/>
              <a:ahLst/>
              <a:cxnLst/>
              <a:rect l="l" t="t" r="r" b="b"/>
              <a:pathLst>
                <a:path w="9502" h="11866" extrusionOk="0">
                  <a:moveTo>
                    <a:pt x="1298" y="1840"/>
                  </a:moveTo>
                  <a:lnTo>
                    <a:pt x="7632" y="5936"/>
                  </a:lnTo>
                  <a:lnTo>
                    <a:pt x="1298" y="10032"/>
                  </a:lnTo>
                  <a:lnTo>
                    <a:pt x="1298" y="1840"/>
                  </a:lnTo>
                  <a:close/>
                  <a:moveTo>
                    <a:pt x="638" y="1"/>
                  </a:moveTo>
                  <a:cubicBezTo>
                    <a:pt x="536" y="1"/>
                    <a:pt x="435" y="26"/>
                    <a:pt x="346" y="78"/>
                  </a:cubicBezTo>
                  <a:cubicBezTo>
                    <a:pt x="131" y="185"/>
                    <a:pt x="0" y="411"/>
                    <a:pt x="0" y="650"/>
                  </a:cubicBezTo>
                  <a:lnTo>
                    <a:pt x="0" y="11234"/>
                  </a:lnTo>
                  <a:cubicBezTo>
                    <a:pt x="0" y="11472"/>
                    <a:pt x="131" y="11675"/>
                    <a:pt x="346" y="11794"/>
                  </a:cubicBezTo>
                  <a:cubicBezTo>
                    <a:pt x="453" y="11841"/>
                    <a:pt x="548" y="11865"/>
                    <a:pt x="655" y="11865"/>
                  </a:cubicBezTo>
                  <a:cubicBezTo>
                    <a:pt x="774" y="11865"/>
                    <a:pt x="893" y="11841"/>
                    <a:pt x="1012" y="11806"/>
                  </a:cubicBezTo>
                  <a:lnTo>
                    <a:pt x="9204" y="6507"/>
                  </a:lnTo>
                  <a:cubicBezTo>
                    <a:pt x="9382" y="6388"/>
                    <a:pt x="9502" y="6186"/>
                    <a:pt x="9502" y="5960"/>
                  </a:cubicBezTo>
                  <a:cubicBezTo>
                    <a:pt x="9502" y="5734"/>
                    <a:pt x="9382" y="5531"/>
                    <a:pt x="9204" y="5412"/>
                  </a:cubicBezTo>
                  <a:lnTo>
                    <a:pt x="1012" y="114"/>
                  </a:lnTo>
                  <a:cubicBezTo>
                    <a:pt x="899" y="41"/>
                    <a:pt x="767" y="1"/>
                    <a:pt x="63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100013" algn="bl" rotWithShape="0">
                <a:schemeClr val="l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31">
              <a:extLst>
                <a:ext uri="{FF2B5EF4-FFF2-40B4-BE49-F238E27FC236}">
                  <a16:creationId xmlns:a16="http://schemas.microsoft.com/office/drawing/2014/main" id="{63DEA45E-43CE-4730-232D-8231A63446A6}"/>
                </a:ext>
              </a:extLst>
            </p:cNvPr>
            <p:cNvSpPr/>
            <p:nvPr/>
          </p:nvSpPr>
          <p:spPr>
            <a:xfrm rot="6189740">
              <a:off x="8917764" y="3753773"/>
              <a:ext cx="437302" cy="409900"/>
            </a:xfrm>
            <a:custGeom>
              <a:avLst/>
              <a:gdLst/>
              <a:ahLst/>
              <a:cxnLst/>
              <a:rect l="l" t="t" r="r" b="b"/>
              <a:pathLst>
                <a:path w="9121" h="8550" extrusionOk="0">
                  <a:moveTo>
                    <a:pt x="1655" y="0"/>
                  </a:moveTo>
                  <a:cubicBezTo>
                    <a:pt x="1420" y="0"/>
                    <a:pt x="1190" y="135"/>
                    <a:pt x="1072" y="370"/>
                  </a:cubicBezTo>
                  <a:cubicBezTo>
                    <a:pt x="1" y="2561"/>
                    <a:pt x="441" y="5180"/>
                    <a:pt x="2144" y="6883"/>
                  </a:cubicBezTo>
                  <a:cubicBezTo>
                    <a:pt x="3239" y="7990"/>
                    <a:pt x="4680" y="8550"/>
                    <a:pt x="6156" y="8550"/>
                  </a:cubicBezTo>
                  <a:cubicBezTo>
                    <a:pt x="7013" y="8550"/>
                    <a:pt x="7859" y="8359"/>
                    <a:pt x="8668" y="7954"/>
                  </a:cubicBezTo>
                  <a:cubicBezTo>
                    <a:pt x="8990" y="7811"/>
                    <a:pt x="9121" y="7418"/>
                    <a:pt x="8966" y="7097"/>
                  </a:cubicBezTo>
                  <a:cubicBezTo>
                    <a:pt x="8857" y="6862"/>
                    <a:pt x="8634" y="6727"/>
                    <a:pt x="8396" y="6727"/>
                  </a:cubicBezTo>
                  <a:cubicBezTo>
                    <a:pt x="8297" y="6727"/>
                    <a:pt x="8195" y="6750"/>
                    <a:pt x="8097" y="6799"/>
                  </a:cubicBezTo>
                  <a:cubicBezTo>
                    <a:pt x="7483" y="7099"/>
                    <a:pt x="6824" y="7245"/>
                    <a:pt x="6170" y="7245"/>
                  </a:cubicBezTo>
                  <a:cubicBezTo>
                    <a:pt x="5033" y="7245"/>
                    <a:pt x="3911" y="6805"/>
                    <a:pt x="3072" y="5966"/>
                  </a:cubicBezTo>
                  <a:cubicBezTo>
                    <a:pt x="1751" y="4644"/>
                    <a:pt x="1405" y="2620"/>
                    <a:pt x="2239" y="930"/>
                  </a:cubicBezTo>
                  <a:cubicBezTo>
                    <a:pt x="2394" y="620"/>
                    <a:pt x="2263" y="239"/>
                    <a:pt x="1941" y="72"/>
                  </a:cubicBezTo>
                  <a:cubicBezTo>
                    <a:pt x="1850" y="23"/>
                    <a:pt x="1752" y="0"/>
                    <a:pt x="165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157163" algn="bl" rotWithShape="0">
                <a:schemeClr val="l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31">
              <a:extLst>
                <a:ext uri="{FF2B5EF4-FFF2-40B4-BE49-F238E27FC236}">
                  <a16:creationId xmlns:a16="http://schemas.microsoft.com/office/drawing/2014/main" id="{F0F77135-4471-B79B-4663-E067E67BDC74}"/>
                </a:ext>
              </a:extLst>
            </p:cNvPr>
            <p:cNvSpPr/>
            <p:nvPr/>
          </p:nvSpPr>
          <p:spPr>
            <a:xfrm rot="2961694">
              <a:off x="3035594" y="4126728"/>
              <a:ext cx="337933" cy="422007"/>
            </a:xfrm>
            <a:custGeom>
              <a:avLst/>
              <a:gdLst/>
              <a:ahLst/>
              <a:cxnLst/>
              <a:rect l="l" t="t" r="r" b="b"/>
              <a:pathLst>
                <a:path w="9502" h="11866" extrusionOk="0">
                  <a:moveTo>
                    <a:pt x="1298" y="1840"/>
                  </a:moveTo>
                  <a:lnTo>
                    <a:pt x="7632" y="5936"/>
                  </a:lnTo>
                  <a:lnTo>
                    <a:pt x="1298" y="10032"/>
                  </a:lnTo>
                  <a:lnTo>
                    <a:pt x="1298" y="1840"/>
                  </a:lnTo>
                  <a:close/>
                  <a:moveTo>
                    <a:pt x="638" y="1"/>
                  </a:moveTo>
                  <a:cubicBezTo>
                    <a:pt x="536" y="1"/>
                    <a:pt x="435" y="26"/>
                    <a:pt x="346" y="78"/>
                  </a:cubicBezTo>
                  <a:cubicBezTo>
                    <a:pt x="131" y="185"/>
                    <a:pt x="0" y="411"/>
                    <a:pt x="0" y="650"/>
                  </a:cubicBezTo>
                  <a:lnTo>
                    <a:pt x="0" y="11234"/>
                  </a:lnTo>
                  <a:cubicBezTo>
                    <a:pt x="0" y="11472"/>
                    <a:pt x="131" y="11675"/>
                    <a:pt x="346" y="11794"/>
                  </a:cubicBezTo>
                  <a:cubicBezTo>
                    <a:pt x="453" y="11841"/>
                    <a:pt x="548" y="11865"/>
                    <a:pt x="655" y="11865"/>
                  </a:cubicBezTo>
                  <a:cubicBezTo>
                    <a:pt x="774" y="11865"/>
                    <a:pt x="893" y="11841"/>
                    <a:pt x="1012" y="11806"/>
                  </a:cubicBezTo>
                  <a:lnTo>
                    <a:pt x="9204" y="6507"/>
                  </a:lnTo>
                  <a:cubicBezTo>
                    <a:pt x="9382" y="6388"/>
                    <a:pt x="9502" y="6186"/>
                    <a:pt x="9502" y="5960"/>
                  </a:cubicBezTo>
                  <a:cubicBezTo>
                    <a:pt x="9502" y="5734"/>
                    <a:pt x="9382" y="5531"/>
                    <a:pt x="9204" y="5412"/>
                  </a:cubicBezTo>
                  <a:lnTo>
                    <a:pt x="1012" y="114"/>
                  </a:lnTo>
                  <a:cubicBezTo>
                    <a:pt x="899" y="41"/>
                    <a:pt x="767" y="1"/>
                    <a:pt x="63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100013" algn="bl" rotWithShape="0">
                <a:schemeClr val="l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31">
              <a:extLst>
                <a:ext uri="{FF2B5EF4-FFF2-40B4-BE49-F238E27FC236}">
                  <a16:creationId xmlns:a16="http://schemas.microsoft.com/office/drawing/2014/main" id="{BC24B109-1745-127A-D335-F2AAB54FD8CC}"/>
                </a:ext>
              </a:extLst>
            </p:cNvPr>
            <p:cNvSpPr/>
            <p:nvPr/>
          </p:nvSpPr>
          <p:spPr>
            <a:xfrm rot="9383746">
              <a:off x="-159177" y="3966910"/>
              <a:ext cx="437295" cy="409900"/>
            </a:xfrm>
            <a:custGeom>
              <a:avLst/>
              <a:gdLst/>
              <a:ahLst/>
              <a:cxnLst/>
              <a:rect l="l" t="t" r="r" b="b"/>
              <a:pathLst>
                <a:path w="9121" h="8550" extrusionOk="0">
                  <a:moveTo>
                    <a:pt x="1655" y="0"/>
                  </a:moveTo>
                  <a:cubicBezTo>
                    <a:pt x="1420" y="0"/>
                    <a:pt x="1190" y="135"/>
                    <a:pt x="1072" y="370"/>
                  </a:cubicBezTo>
                  <a:cubicBezTo>
                    <a:pt x="1" y="2561"/>
                    <a:pt x="441" y="5180"/>
                    <a:pt x="2144" y="6883"/>
                  </a:cubicBezTo>
                  <a:cubicBezTo>
                    <a:pt x="3239" y="7990"/>
                    <a:pt x="4680" y="8550"/>
                    <a:pt x="6156" y="8550"/>
                  </a:cubicBezTo>
                  <a:cubicBezTo>
                    <a:pt x="7013" y="8550"/>
                    <a:pt x="7859" y="8359"/>
                    <a:pt x="8668" y="7954"/>
                  </a:cubicBezTo>
                  <a:cubicBezTo>
                    <a:pt x="8990" y="7811"/>
                    <a:pt x="9121" y="7418"/>
                    <a:pt x="8966" y="7097"/>
                  </a:cubicBezTo>
                  <a:cubicBezTo>
                    <a:pt x="8857" y="6862"/>
                    <a:pt x="8634" y="6727"/>
                    <a:pt x="8396" y="6727"/>
                  </a:cubicBezTo>
                  <a:cubicBezTo>
                    <a:pt x="8297" y="6727"/>
                    <a:pt x="8195" y="6750"/>
                    <a:pt x="8097" y="6799"/>
                  </a:cubicBezTo>
                  <a:cubicBezTo>
                    <a:pt x="7483" y="7099"/>
                    <a:pt x="6824" y="7245"/>
                    <a:pt x="6170" y="7245"/>
                  </a:cubicBezTo>
                  <a:cubicBezTo>
                    <a:pt x="5033" y="7245"/>
                    <a:pt x="3911" y="6805"/>
                    <a:pt x="3072" y="5966"/>
                  </a:cubicBezTo>
                  <a:cubicBezTo>
                    <a:pt x="1751" y="4644"/>
                    <a:pt x="1405" y="2620"/>
                    <a:pt x="2239" y="930"/>
                  </a:cubicBezTo>
                  <a:cubicBezTo>
                    <a:pt x="2394" y="620"/>
                    <a:pt x="2263" y="239"/>
                    <a:pt x="1941" y="72"/>
                  </a:cubicBezTo>
                  <a:cubicBezTo>
                    <a:pt x="1850" y="23"/>
                    <a:pt x="1752" y="0"/>
                    <a:pt x="165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157163" algn="bl" rotWithShape="0">
                <a:schemeClr val="l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31">
              <a:extLst>
                <a:ext uri="{FF2B5EF4-FFF2-40B4-BE49-F238E27FC236}">
                  <a16:creationId xmlns:a16="http://schemas.microsoft.com/office/drawing/2014/main" id="{0B625BB1-2B2E-1340-1FD5-6CEBD6E2C5AD}"/>
                </a:ext>
              </a:extLst>
            </p:cNvPr>
            <p:cNvSpPr/>
            <p:nvPr/>
          </p:nvSpPr>
          <p:spPr>
            <a:xfrm>
              <a:off x="919250" y="2678200"/>
              <a:ext cx="152100" cy="152100"/>
            </a:xfrm>
            <a:prstGeom prst="ellipse">
              <a:avLst/>
            </a:prstGeom>
            <a:noFill/>
            <a:ln w="381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algn="bl" rotWithShape="0">
                <a:schemeClr val="accent2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31">
              <a:extLst>
                <a:ext uri="{FF2B5EF4-FFF2-40B4-BE49-F238E27FC236}">
                  <a16:creationId xmlns:a16="http://schemas.microsoft.com/office/drawing/2014/main" id="{50A71992-48AD-3CC8-E881-5AF856F3EDB4}"/>
                </a:ext>
              </a:extLst>
            </p:cNvPr>
            <p:cNvSpPr/>
            <p:nvPr/>
          </p:nvSpPr>
          <p:spPr>
            <a:xfrm>
              <a:off x="-82575" y="2072425"/>
              <a:ext cx="152100" cy="152100"/>
            </a:xfrm>
            <a:prstGeom prst="ellipse">
              <a:avLst/>
            </a:prstGeom>
            <a:noFill/>
            <a:ln w="381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algn="bl" rotWithShape="0">
                <a:schemeClr val="accent3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31">
              <a:extLst>
                <a:ext uri="{FF2B5EF4-FFF2-40B4-BE49-F238E27FC236}">
                  <a16:creationId xmlns:a16="http://schemas.microsoft.com/office/drawing/2014/main" id="{EFC69E1F-A3EF-46CD-03F5-DFF2DD944A5D}"/>
                </a:ext>
              </a:extLst>
            </p:cNvPr>
            <p:cNvSpPr/>
            <p:nvPr/>
          </p:nvSpPr>
          <p:spPr>
            <a:xfrm>
              <a:off x="8430900" y="3420350"/>
              <a:ext cx="152100" cy="152100"/>
            </a:xfrm>
            <a:prstGeom prst="ellipse">
              <a:avLst/>
            </a:prstGeom>
            <a:noFill/>
            <a:ln w="381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algn="bl" rotWithShape="0">
                <a:schemeClr val="accent3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31">
              <a:extLst>
                <a:ext uri="{FF2B5EF4-FFF2-40B4-BE49-F238E27FC236}">
                  <a16:creationId xmlns:a16="http://schemas.microsoft.com/office/drawing/2014/main" id="{EE25BD95-6930-855C-D9C0-4BC7020761C8}"/>
                </a:ext>
              </a:extLst>
            </p:cNvPr>
            <p:cNvSpPr/>
            <p:nvPr/>
          </p:nvSpPr>
          <p:spPr>
            <a:xfrm>
              <a:off x="9060363" y="2286575"/>
              <a:ext cx="152100" cy="152100"/>
            </a:xfrm>
            <a:prstGeom prst="ellipse">
              <a:avLst/>
            </a:prstGeom>
            <a:noFill/>
            <a:ln w="381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algn="bl" rotWithShape="0">
                <a:schemeClr val="accent2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31">
              <a:extLst>
                <a:ext uri="{FF2B5EF4-FFF2-40B4-BE49-F238E27FC236}">
                  <a16:creationId xmlns:a16="http://schemas.microsoft.com/office/drawing/2014/main" id="{10D89CD2-2708-094A-765B-0D9CC7E18D53}"/>
                </a:ext>
              </a:extLst>
            </p:cNvPr>
            <p:cNvSpPr/>
            <p:nvPr/>
          </p:nvSpPr>
          <p:spPr>
            <a:xfrm>
              <a:off x="6528463" y="3882675"/>
              <a:ext cx="152100" cy="152100"/>
            </a:xfrm>
            <a:prstGeom prst="ellipse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algn="bl" rotWithShape="0">
                <a:schemeClr val="l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322484564"/>
      </p:ext>
    </p:extLst>
  </p:cSld>
  <p:clrMapOvr>
    <a:masterClrMapping/>
  </p:clrMapOvr>
</p:sld>
</file>

<file path=ppt/theme/theme1.xml><?xml version="1.0" encoding="utf-8"?>
<a:theme xmlns:a="http://schemas.openxmlformats.org/drawingml/2006/main" name="Neon Pitch Deck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DA7F9"/>
      </a:accent1>
      <a:accent2>
        <a:srgbClr val="FB54F4"/>
      </a:accent2>
      <a:accent3>
        <a:srgbClr val="4FC1F9"/>
      </a:accent3>
      <a:accent4>
        <a:srgbClr val="5F3F9E"/>
      </a:accent4>
      <a:accent5>
        <a:srgbClr val="2B3880"/>
      </a:accent5>
      <a:accent6>
        <a:srgbClr val="0F1524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553</Words>
  <Application>Microsoft Office PowerPoint</Application>
  <PresentationFormat>On-screen Show (16:9)</PresentationFormat>
  <Paragraphs>99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IBM Plex Sans</vt:lpstr>
      <vt:lpstr>Orbitron</vt:lpstr>
      <vt:lpstr>Neon Pitch Deck by Slidesgo</vt:lpstr>
      <vt:lpstr>DeadZone</vt:lpstr>
      <vt:lpstr>              INTRODUCTION</vt:lpstr>
      <vt:lpstr>Problem Statement</vt:lpstr>
      <vt:lpstr>OUR COMPANY</vt:lpstr>
      <vt:lpstr>Solution:DeadZone</vt:lpstr>
      <vt:lpstr>SOLUTION</vt:lpstr>
      <vt:lpstr>SYSTEM FEATURES</vt:lpstr>
      <vt:lpstr>WORKING METHODOLOGY</vt:lpstr>
      <vt:lpstr>ANALYSIS &amp; OUTPUT</vt:lpstr>
      <vt:lpstr>PowerPoint Presentation</vt:lpstr>
      <vt:lpstr>PowerPoint Presentation</vt:lpstr>
      <vt:lpstr>TECHNOLOGIES USED</vt:lpstr>
      <vt:lpstr>CONCLUSION &amp; FUTURE SCOPE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Athul C Agnel</dc:creator>
  <cp:lastModifiedBy>Amitha C Agnel</cp:lastModifiedBy>
  <cp:revision>1</cp:revision>
  <dcterms:modified xsi:type="dcterms:W3CDTF">2026-01-10T04:06:39Z</dcterms:modified>
</cp:coreProperties>
</file>